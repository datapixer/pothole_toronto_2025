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8" r:id="rId3"/>
    <p:sldId id="265" r:id="rId4"/>
    <p:sldId id="264" r:id="rId5"/>
    <p:sldId id="260" r:id="rId6"/>
    <p:sldId id="262" r:id="rId7"/>
    <p:sldId id="258" r:id="rId8"/>
    <p:sldId id="259" r:id="rId9"/>
    <p:sldId id="261" r:id="rId10"/>
    <p:sldId id="263" r:id="rId11"/>
    <p:sldId id="269" r:id="rId12"/>
    <p:sldId id="267" r:id="rId13"/>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93432D-5681-4410-AE54-5F73CCB0AEAA}" v="11" dt="2026-03-19T15:03:10.5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04" autoAdjust="0"/>
    <p:restoredTop sz="94660"/>
  </p:normalViewPr>
  <p:slideViewPr>
    <p:cSldViewPr snapToGrid="0">
      <p:cViewPr varScale="1">
        <p:scale>
          <a:sx n="106" d="100"/>
          <a:sy n="106" d="100"/>
        </p:scale>
        <p:origin x="13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fernando mantilla saltos" userId="7e5c19897f5a7e7c" providerId="LiveId" clId="{202073F4-EFF7-4622-8B02-52A55996D141}"/>
    <pc:docChg chg="undo custSel addSld delSld modSld">
      <pc:chgData name="gabriel fernando mantilla saltos" userId="7e5c19897f5a7e7c" providerId="LiveId" clId="{202073F4-EFF7-4622-8B02-52A55996D141}" dt="2026-03-19T15:33:34.245" v="200" actId="113"/>
      <pc:docMkLst>
        <pc:docMk/>
      </pc:docMkLst>
      <pc:sldChg chg="modSp mod">
        <pc:chgData name="gabriel fernando mantilla saltos" userId="7e5c19897f5a7e7c" providerId="LiveId" clId="{202073F4-EFF7-4622-8B02-52A55996D141}" dt="2026-03-19T14:59:37.093" v="9" actId="27636"/>
        <pc:sldMkLst>
          <pc:docMk/>
          <pc:sldMk cId="1560130986" sldId="256"/>
        </pc:sldMkLst>
        <pc:spChg chg="mod">
          <ac:chgData name="gabriel fernando mantilla saltos" userId="7e5c19897f5a7e7c" providerId="LiveId" clId="{202073F4-EFF7-4622-8B02-52A55996D141}" dt="2026-03-19T14:59:37.093" v="9" actId="27636"/>
          <ac:spMkLst>
            <pc:docMk/>
            <pc:sldMk cId="1560130986" sldId="256"/>
            <ac:spMk id="2" creationId="{8ED3A714-3F14-1A76-4A30-84450DC9F1A4}"/>
          </ac:spMkLst>
        </pc:spChg>
      </pc:sldChg>
      <pc:sldChg chg="addSp delSp modSp mod">
        <pc:chgData name="gabriel fernando mantilla saltos" userId="7e5c19897f5a7e7c" providerId="LiveId" clId="{202073F4-EFF7-4622-8B02-52A55996D141}" dt="2026-03-19T15:30:42.358" v="100" actId="1076"/>
        <pc:sldMkLst>
          <pc:docMk/>
          <pc:sldMk cId="3460125726" sldId="263"/>
        </pc:sldMkLst>
        <pc:spChg chg="mod">
          <ac:chgData name="gabriel fernando mantilla saltos" userId="7e5c19897f5a7e7c" providerId="LiveId" clId="{202073F4-EFF7-4622-8B02-52A55996D141}" dt="2026-03-19T14:57:38.338" v="5" actId="1035"/>
          <ac:spMkLst>
            <pc:docMk/>
            <pc:sldMk cId="3460125726" sldId="263"/>
            <ac:spMk id="7" creationId="{17785AF1-541C-701E-AAA0-E5C49AC4C275}"/>
          </ac:spMkLst>
        </pc:spChg>
        <pc:picChg chg="add mod">
          <ac:chgData name="gabriel fernando mantilla saltos" userId="7e5c19897f5a7e7c" providerId="LiveId" clId="{202073F4-EFF7-4622-8B02-52A55996D141}" dt="2026-03-19T15:30:42.358" v="100" actId="1076"/>
          <ac:picMkLst>
            <pc:docMk/>
            <pc:sldMk cId="3460125726" sldId="263"/>
            <ac:picMk id="3" creationId="{03EE1032-1780-9166-9372-F2EB9C7B414A}"/>
          </ac:picMkLst>
        </pc:picChg>
        <pc:picChg chg="del">
          <ac:chgData name="gabriel fernando mantilla saltos" userId="7e5c19897f5a7e7c" providerId="LiveId" clId="{202073F4-EFF7-4622-8B02-52A55996D141}" dt="2026-03-19T15:29:54.626" v="97" actId="478"/>
          <ac:picMkLst>
            <pc:docMk/>
            <pc:sldMk cId="3460125726" sldId="263"/>
            <ac:picMk id="6" creationId="{7CE01A29-A1DB-AE4B-23A5-BD758988B86E}"/>
          </ac:picMkLst>
        </pc:picChg>
      </pc:sldChg>
      <pc:sldChg chg="modSp mod">
        <pc:chgData name="gabriel fernando mantilla saltos" userId="7e5c19897f5a7e7c" providerId="LiveId" clId="{202073F4-EFF7-4622-8B02-52A55996D141}" dt="2026-03-19T14:59:54.713" v="28" actId="6549"/>
        <pc:sldMkLst>
          <pc:docMk/>
          <pc:sldMk cId="3352556446" sldId="264"/>
        </pc:sldMkLst>
        <pc:spChg chg="mod">
          <ac:chgData name="gabriel fernando mantilla saltos" userId="7e5c19897f5a7e7c" providerId="LiveId" clId="{202073F4-EFF7-4622-8B02-52A55996D141}" dt="2026-03-19T14:59:54.713" v="28" actId="6549"/>
          <ac:spMkLst>
            <pc:docMk/>
            <pc:sldMk cId="3352556446" sldId="264"/>
            <ac:spMk id="4" creationId="{F6DC0B0C-654E-842B-BE53-F40B99284482}"/>
          </ac:spMkLst>
        </pc:spChg>
      </pc:sldChg>
      <pc:sldChg chg="del">
        <pc:chgData name="gabriel fernando mantilla saltos" userId="7e5c19897f5a7e7c" providerId="LiveId" clId="{202073F4-EFF7-4622-8B02-52A55996D141}" dt="2026-03-19T14:57:27.859" v="0" actId="47"/>
        <pc:sldMkLst>
          <pc:docMk/>
          <pc:sldMk cId="1794852720" sldId="266"/>
        </pc:sldMkLst>
      </pc:sldChg>
      <pc:sldChg chg="addSp modSp mod">
        <pc:chgData name="gabriel fernando mantilla saltos" userId="7e5c19897f5a7e7c" providerId="LiveId" clId="{202073F4-EFF7-4622-8B02-52A55996D141}" dt="2026-03-19T15:30:59.265" v="103" actId="20577"/>
        <pc:sldMkLst>
          <pc:docMk/>
          <pc:sldMk cId="3180693807" sldId="267"/>
        </pc:sldMkLst>
        <pc:spChg chg="mod">
          <ac:chgData name="gabriel fernando mantilla saltos" userId="7e5c19897f5a7e7c" providerId="LiveId" clId="{202073F4-EFF7-4622-8B02-52A55996D141}" dt="2026-03-19T15:30:59.265" v="103" actId="20577"/>
          <ac:spMkLst>
            <pc:docMk/>
            <pc:sldMk cId="3180693807" sldId="267"/>
            <ac:spMk id="3" creationId="{EC613F2D-43A6-0B00-C664-2387F8C9787B}"/>
          </ac:spMkLst>
        </pc:spChg>
        <pc:spChg chg="add">
          <ac:chgData name="gabriel fernando mantilla saltos" userId="7e5c19897f5a7e7c" providerId="LiveId" clId="{202073F4-EFF7-4622-8B02-52A55996D141}" dt="2026-03-19T15:01:38.603" v="36"/>
          <ac:spMkLst>
            <pc:docMk/>
            <pc:sldMk cId="3180693807" sldId="267"/>
            <ac:spMk id="4" creationId="{C0CBD108-1EAD-C113-A9E4-2DF693D0917A}"/>
          </ac:spMkLst>
        </pc:spChg>
        <pc:spChg chg="add">
          <ac:chgData name="gabriel fernando mantilla saltos" userId="7e5c19897f5a7e7c" providerId="LiveId" clId="{202073F4-EFF7-4622-8B02-52A55996D141}" dt="2026-03-19T15:01:45.420" v="37"/>
          <ac:spMkLst>
            <pc:docMk/>
            <pc:sldMk cId="3180693807" sldId="267"/>
            <ac:spMk id="5" creationId="{FD10DD04-50A8-C240-84F9-CD7AF10AF2F6}"/>
          </ac:spMkLst>
        </pc:spChg>
        <pc:spChg chg="add">
          <ac:chgData name="gabriel fernando mantilla saltos" userId="7e5c19897f5a7e7c" providerId="LiveId" clId="{202073F4-EFF7-4622-8B02-52A55996D141}" dt="2026-03-19T15:01:57.131" v="39"/>
          <ac:spMkLst>
            <pc:docMk/>
            <pc:sldMk cId="3180693807" sldId="267"/>
            <ac:spMk id="6" creationId="{FAB383E3-3399-43DE-7D28-837E214CC0DC}"/>
          </ac:spMkLst>
        </pc:spChg>
      </pc:sldChg>
      <pc:sldChg chg="delSp modSp new mod">
        <pc:chgData name="gabriel fernando mantilla saltos" userId="7e5c19897f5a7e7c" providerId="LiveId" clId="{202073F4-EFF7-4622-8B02-52A55996D141}" dt="2026-03-19T15:33:34.245" v="200" actId="113"/>
        <pc:sldMkLst>
          <pc:docMk/>
          <pc:sldMk cId="3130472943" sldId="268"/>
        </pc:sldMkLst>
        <pc:spChg chg="del">
          <ac:chgData name="gabriel fernando mantilla saltos" userId="7e5c19897f5a7e7c" providerId="LiveId" clId="{202073F4-EFF7-4622-8B02-52A55996D141}" dt="2026-03-19T15:03:42.087" v="76" actId="478"/>
          <ac:spMkLst>
            <pc:docMk/>
            <pc:sldMk cId="3130472943" sldId="268"/>
            <ac:spMk id="2" creationId="{FCBC0A94-0A22-FDE2-C439-B86E30EC0CA9}"/>
          </ac:spMkLst>
        </pc:spChg>
        <pc:spChg chg="mod">
          <ac:chgData name="gabriel fernando mantilla saltos" userId="7e5c19897f5a7e7c" providerId="LiveId" clId="{202073F4-EFF7-4622-8B02-52A55996D141}" dt="2026-03-19T15:33:34.245" v="200" actId="113"/>
          <ac:spMkLst>
            <pc:docMk/>
            <pc:sldMk cId="3130472943" sldId="268"/>
            <ac:spMk id="3" creationId="{C72FFF2F-C451-8459-9942-3B57AD6FB50F}"/>
          </ac:spMkLst>
        </pc:spChg>
      </pc:sldChg>
      <pc:sldChg chg="addSp delSp modSp new mod">
        <pc:chgData name="gabriel fernando mantilla saltos" userId="7e5c19897f5a7e7c" providerId="LiveId" clId="{202073F4-EFF7-4622-8B02-52A55996D141}" dt="2026-03-19T15:31:58.638" v="111"/>
        <pc:sldMkLst>
          <pc:docMk/>
          <pc:sldMk cId="484537526" sldId="269"/>
        </pc:sldMkLst>
        <pc:spChg chg="del">
          <ac:chgData name="gabriel fernando mantilla saltos" userId="7e5c19897f5a7e7c" providerId="LiveId" clId="{202073F4-EFF7-4622-8B02-52A55996D141}" dt="2026-03-19T15:31:35.941" v="106" actId="478"/>
          <ac:spMkLst>
            <pc:docMk/>
            <pc:sldMk cId="484537526" sldId="269"/>
            <ac:spMk id="2" creationId="{93E5D69E-5FC4-33C9-97D2-4494509AB474}"/>
          </ac:spMkLst>
        </pc:spChg>
        <pc:spChg chg="del">
          <ac:chgData name="gabriel fernando mantilla saltos" userId="7e5c19897f5a7e7c" providerId="LiveId" clId="{202073F4-EFF7-4622-8B02-52A55996D141}" dt="2026-03-19T15:31:34.244" v="105" actId="478"/>
          <ac:spMkLst>
            <pc:docMk/>
            <pc:sldMk cId="484537526" sldId="269"/>
            <ac:spMk id="3" creationId="{C0DC1CE7-23E5-AD7E-5862-6C96B0266395}"/>
          </ac:spMkLst>
        </pc:spChg>
        <pc:spChg chg="add mod">
          <ac:chgData name="gabriel fernando mantilla saltos" userId="7e5c19897f5a7e7c" providerId="LiveId" clId="{202073F4-EFF7-4622-8B02-52A55996D141}" dt="2026-03-19T15:31:58.638" v="111"/>
          <ac:spMkLst>
            <pc:docMk/>
            <pc:sldMk cId="484537526" sldId="269"/>
            <ac:spMk id="6" creationId="{1A651416-48A9-785A-5698-5FA6A41B90C0}"/>
          </ac:spMkLst>
        </pc:spChg>
        <pc:picChg chg="add mod">
          <ac:chgData name="gabriel fernando mantilla saltos" userId="7e5c19897f5a7e7c" providerId="LiveId" clId="{202073F4-EFF7-4622-8B02-52A55996D141}" dt="2026-03-19T15:31:48.210" v="110" actId="1076"/>
          <ac:picMkLst>
            <pc:docMk/>
            <pc:sldMk cId="484537526" sldId="269"/>
            <ac:picMk id="5" creationId="{AF416A3A-718A-51B8-DA98-43A215AC7D73}"/>
          </ac:picMkLst>
        </pc:picChg>
      </pc:sldChg>
    </pc:docChg>
  </pc:docChgLst>
  <pc:docChgLst>
    <pc:chgData name="gabriel fernando mantilla saltos" userId="7e5c19897f5a7e7c" providerId="LiveId" clId="{982839A1-A367-4754-BFE1-B18A3A50BD87}"/>
    <pc:docChg chg="undo custSel addSld delSld modSld sldOrd">
      <pc:chgData name="gabriel fernando mantilla saltos" userId="7e5c19897f5a7e7c" providerId="LiveId" clId="{982839A1-A367-4754-BFE1-B18A3A50BD87}" dt="2026-03-20T03:47:55.356" v="764" actId="1076"/>
      <pc:docMkLst>
        <pc:docMk/>
      </pc:docMkLst>
      <pc:sldChg chg="modSp mod">
        <pc:chgData name="gabriel fernando mantilla saltos" userId="7e5c19897f5a7e7c" providerId="LiveId" clId="{982839A1-A367-4754-BFE1-B18A3A50BD87}" dt="2026-03-15T15:57:27.839" v="571" actId="1076"/>
        <pc:sldMkLst>
          <pc:docMk/>
          <pc:sldMk cId="1560130986" sldId="256"/>
        </pc:sldMkLst>
        <pc:spChg chg="mod">
          <ac:chgData name="gabriel fernando mantilla saltos" userId="7e5c19897f5a7e7c" providerId="LiveId" clId="{982839A1-A367-4754-BFE1-B18A3A50BD87}" dt="2026-03-15T15:57:16.832" v="548" actId="20577"/>
          <ac:spMkLst>
            <pc:docMk/>
            <pc:sldMk cId="1560130986" sldId="256"/>
            <ac:spMk id="2" creationId="{8ED3A714-3F14-1A76-4A30-84450DC9F1A4}"/>
          </ac:spMkLst>
        </pc:spChg>
        <pc:spChg chg="mod">
          <ac:chgData name="gabriel fernando mantilla saltos" userId="7e5c19897f5a7e7c" providerId="LiveId" clId="{982839A1-A367-4754-BFE1-B18A3A50BD87}" dt="2026-03-15T15:57:27.839" v="571" actId="1076"/>
          <ac:spMkLst>
            <pc:docMk/>
            <pc:sldMk cId="1560130986" sldId="256"/>
            <ac:spMk id="3" creationId="{DBEFA402-4740-173E-C3F1-B1A84A9CF4A3}"/>
          </ac:spMkLst>
        </pc:spChg>
      </pc:sldChg>
      <pc:sldChg chg="addSp modSp mod">
        <pc:chgData name="gabriel fernando mantilla saltos" userId="7e5c19897f5a7e7c" providerId="LiveId" clId="{982839A1-A367-4754-BFE1-B18A3A50BD87}" dt="2026-03-15T13:58:39.900" v="215" actId="20577"/>
        <pc:sldMkLst>
          <pc:docMk/>
          <pc:sldMk cId="352301213" sldId="258"/>
        </pc:sldMkLst>
        <pc:spChg chg="add mod">
          <ac:chgData name="gabriel fernando mantilla saltos" userId="7e5c19897f5a7e7c" providerId="LiveId" clId="{982839A1-A367-4754-BFE1-B18A3A50BD87}" dt="2026-03-15T13:58:39.900" v="215" actId="20577"/>
          <ac:spMkLst>
            <pc:docMk/>
            <pc:sldMk cId="352301213" sldId="258"/>
            <ac:spMk id="4" creationId="{E225CBFC-D582-8A1E-BA1E-595FAB126DF4}"/>
          </ac:spMkLst>
        </pc:spChg>
        <pc:spChg chg="mod">
          <ac:chgData name="gabriel fernando mantilla saltos" userId="7e5c19897f5a7e7c" providerId="LiveId" clId="{982839A1-A367-4754-BFE1-B18A3A50BD87}" dt="2026-03-15T13:57:55.846" v="172" actId="20577"/>
          <ac:spMkLst>
            <pc:docMk/>
            <pc:sldMk cId="352301213" sldId="258"/>
            <ac:spMk id="5" creationId="{327DE797-89DC-DB74-2DD7-DD71D899A739}"/>
          </ac:spMkLst>
        </pc:spChg>
        <pc:picChg chg="add mod">
          <ac:chgData name="gabriel fernando mantilla saltos" userId="7e5c19897f5a7e7c" providerId="LiveId" clId="{982839A1-A367-4754-BFE1-B18A3A50BD87}" dt="2026-03-15T13:58:14.129" v="177" actId="1076"/>
          <ac:picMkLst>
            <pc:docMk/>
            <pc:sldMk cId="352301213" sldId="258"/>
            <ac:picMk id="3" creationId="{4755BFA4-0379-5395-0D63-D2DE1D124D30}"/>
          </ac:picMkLst>
        </pc:picChg>
      </pc:sldChg>
      <pc:sldChg chg="addSp delSp modSp mod">
        <pc:chgData name="gabriel fernando mantilla saltos" userId="7e5c19897f5a7e7c" providerId="LiveId" clId="{982839A1-A367-4754-BFE1-B18A3A50BD87}" dt="2026-03-15T17:00:22.736" v="715" actId="20577"/>
        <pc:sldMkLst>
          <pc:docMk/>
          <pc:sldMk cId="1393559496" sldId="259"/>
        </pc:sldMkLst>
        <pc:spChg chg="add mod">
          <ac:chgData name="gabriel fernando mantilla saltos" userId="7e5c19897f5a7e7c" providerId="LiveId" clId="{982839A1-A367-4754-BFE1-B18A3A50BD87}" dt="2026-03-15T17:00:22.736" v="715" actId="20577"/>
          <ac:spMkLst>
            <pc:docMk/>
            <pc:sldMk cId="1393559496" sldId="259"/>
            <ac:spMk id="2" creationId="{3CE11A37-FDEF-9EAB-28A4-18574190D3B3}"/>
          </ac:spMkLst>
        </pc:spChg>
        <pc:spChg chg="add mod">
          <ac:chgData name="gabriel fernando mantilla saltos" userId="7e5c19897f5a7e7c" providerId="LiveId" clId="{982839A1-A367-4754-BFE1-B18A3A50BD87}" dt="2026-03-15T13:58:55.212" v="219" actId="1076"/>
          <ac:spMkLst>
            <pc:docMk/>
            <pc:sldMk cId="1393559496" sldId="259"/>
            <ac:spMk id="3" creationId="{D08DD55C-B2A4-3E59-E410-43138165FBA9}"/>
          </ac:spMkLst>
        </pc:spChg>
        <pc:picChg chg="mod">
          <ac:chgData name="gabriel fernando mantilla saltos" userId="7e5c19897f5a7e7c" providerId="LiveId" clId="{982839A1-A367-4754-BFE1-B18A3A50BD87}" dt="2026-03-15T13:58:49.739" v="217" actId="1076"/>
          <ac:picMkLst>
            <pc:docMk/>
            <pc:sldMk cId="1393559496" sldId="259"/>
            <ac:picMk id="4" creationId="{F93B7AD9-2014-C668-D71E-CC4D5EEB1D17}"/>
          </ac:picMkLst>
        </pc:picChg>
      </pc:sldChg>
      <pc:sldChg chg="addSp delSp modSp new mod">
        <pc:chgData name="gabriel fernando mantilla saltos" userId="7e5c19897f5a7e7c" providerId="LiveId" clId="{982839A1-A367-4754-BFE1-B18A3A50BD87}" dt="2026-03-15T13:54:18.362" v="96" actId="1076"/>
        <pc:sldMkLst>
          <pc:docMk/>
          <pc:sldMk cId="271985324" sldId="260"/>
        </pc:sldMkLst>
        <pc:spChg chg="mod">
          <ac:chgData name="gabriel fernando mantilla saltos" userId="7e5c19897f5a7e7c" providerId="LiveId" clId="{982839A1-A367-4754-BFE1-B18A3A50BD87}" dt="2026-03-15T13:54:18.362" v="96" actId="1076"/>
          <ac:spMkLst>
            <pc:docMk/>
            <pc:sldMk cId="271985324" sldId="260"/>
            <ac:spMk id="3" creationId="{A6F05E0A-4801-D8AB-EB8F-F72FC805EBD0}"/>
          </ac:spMkLst>
        </pc:spChg>
        <pc:spChg chg="add mod">
          <ac:chgData name="gabriel fernando mantilla saltos" userId="7e5c19897f5a7e7c" providerId="LiveId" clId="{982839A1-A367-4754-BFE1-B18A3A50BD87}" dt="2026-03-15T13:54:02.962" v="89" actId="1076"/>
          <ac:spMkLst>
            <pc:docMk/>
            <pc:sldMk cId="271985324" sldId="260"/>
            <ac:spMk id="5" creationId="{FED444B1-E898-012B-E0EB-BD1FDCE4FBE4}"/>
          </ac:spMkLst>
        </pc:spChg>
        <pc:picChg chg="add mod">
          <ac:chgData name="gabriel fernando mantilla saltos" userId="7e5c19897f5a7e7c" providerId="LiveId" clId="{982839A1-A367-4754-BFE1-B18A3A50BD87}" dt="2026-03-15T13:54:12.148" v="93" actId="1076"/>
          <ac:picMkLst>
            <pc:docMk/>
            <pc:sldMk cId="271985324" sldId="260"/>
            <ac:picMk id="4" creationId="{9C0531B4-C567-3CA1-E359-46019E3DB823}"/>
          </ac:picMkLst>
        </pc:picChg>
      </pc:sldChg>
      <pc:sldChg chg="addSp delSp modSp new mod">
        <pc:chgData name="gabriel fernando mantilla saltos" userId="7e5c19897f5a7e7c" providerId="LiveId" clId="{982839A1-A367-4754-BFE1-B18A3A50BD87}" dt="2026-03-15T15:57:43.668" v="573" actId="1076"/>
        <pc:sldMkLst>
          <pc:docMk/>
          <pc:sldMk cId="4191801973" sldId="261"/>
        </pc:sldMkLst>
        <pc:spChg chg="mod">
          <ac:chgData name="gabriel fernando mantilla saltos" userId="7e5c19897f5a7e7c" providerId="LiveId" clId="{982839A1-A367-4754-BFE1-B18A3A50BD87}" dt="2026-03-15T14:01:17.455" v="299" actId="1076"/>
          <ac:spMkLst>
            <pc:docMk/>
            <pc:sldMk cId="4191801973" sldId="261"/>
            <ac:spMk id="3" creationId="{5702B359-3AE7-F85C-E726-8F69CBB19C32}"/>
          </ac:spMkLst>
        </pc:spChg>
        <pc:spChg chg="add mod">
          <ac:chgData name="gabriel fernando mantilla saltos" userId="7e5c19897f5a7e7c" providerId="LiveId" clId="{982839A1-A367-4754-BFE1-B18A3A50BD87}" dt="2026-03-15T14:01:44.985" v="309" actId="20577"/>
          <ac:spMkLst>
            <pc:docMk/>
            <pc:sldMk cId="4191801973" sldId="261"/>
            <ac:spMk id="8" creationId="{8F2B9FB3-1C29-FB6D-882C-2F1E699FC327}"/>
          </ac:spMkLst>
        </pc:spChg>
        <pc:picChg chg="add mod">
          <ac:chgData name="gabriel fernando mantilla saltos" userId="7e5c19897f5a7e7c" providerId="LiveId" clId="{982839A1-A367-4754-BFE1-B18A3A50BD87}" dt="2026-03-15T14:01:23.104" v="300" actId="1076"/>
          <ac:picMkLst>
            <pc:docMk/>
            <pc:sldMk cId="4191801973" sldId="261"/>
            <ac:picMk id="5" creationId="{ECAF39BF-EA4A-1FD9-FE71-4329E2F0F112}"/>
          </ac:picMkLst>
        </pc:picChg>
        <pc:picChg chg="add mod">
          <ac:chgData name="gabriel fernando mantilla saltos" userId="7e5c19897f5a7e7c" providerId="LiveId" clId="{982839A1-A367-4754-BFE1-B18A3A50BD87}" dt="2026-03-15T15:57:43.668" v="573" actId="1076"/>
          <ac:picMkLst>
            <pc:docMk/>
            <pc:sldMk cId="4191801973" sldId="261"/>
            <ac:picMk id="7" creationId="{7010EA37-8699-DF41-64D7-80420AB44751}"/>
          </ac:picMkLst>
        </pc:picChg>
      </pc:sldChg>
      <pc:sldChg chg="addSp delSp modSp new mod">
        <pc:chgData name="gabriel fernando mantilla saltos" userId="7e5c19897f5a7e7c" providerId="LiveId" clId="{982839A1-A367-4754-BFE1-B18A3A50BD87}" dt="2026-03-15T13:57:15.320" v="149" actId="20577"/>
        <pc:sldMkLst>
          <pc:docMk/>
          <pc:sldMk cId="2739562890" sldId="262"/>
        </pc:sldMkLst>
        <pc:spChg chg="mod">
          <ac:chgData name="gabriel fernando mantilla saltos" userId="7e5c19897f5a7e7c" providerId="LiveId" clId="{982839A1-A367-4754-BFE1-B18A3A50BD87}" dt="2026-03-15T13:57:04.731" v="131" actId="1076"/>
          <ac:spMkLst>
            <pc:docMk/>
            <pc:sldMk cId="2739562890" sldId="262"/>
            <ac:spMk id="3" creationId="{5208C8D1-12A2-5FA6-EB7F-5EDCFF4EFD70}"/>
          </ac:spMkLst>
        </pc:spChg>
        <pc:spChg chg="add mod">
          <ac:chgData name="gabriel fernando mantilla saltos" userId="7e5c19897f5a7e7c" providerId="LiveId" clId="{982839A1-A367-4754-BFE1-B18A3A50BD87}" dt="2026-03-15T13:57:15.320" v="149" actId="20577"/>
          <ac:spMkLst>
            <pc:docMk/>
            <pc:sldMk cId="2739562890" sldId="262"/>
            <ac:spMk id="4" creationId="{C194E8DF-D3D5-EC99-8EAB-DAF7E6E27306}"/>
          </ac:spMkLst>
        </pc:spChg>
        <pc:picChg chg="add mod">
          <ac:chgData name="gabriel fernando mantilla saltos" userId="7e5c19897f5a7e7c" providerId="LiveId" clId="{982839A1-A367-4754-BFE1-B18A3A50BD87}" dt="2026-03-15T13:55:15.969" v="109" actId="1076"/>
          <ac:picMkLst>
            <pc:docMk/>
            <pc:sldMk cId="2739562890" sldId="262"/>
            <ac:picMk id="6" creationId="{23D2ABCF-AA05-341B-EEB4-CC09431C06E8}"/>
          </ac:picMkLst>
        </pc:picChg>
      </pc:sldChg>
      <pc:sldChg chg="addSp delSp modSp new mod ord">
        <pc:chgData name="gabriel fernando mantilla saltos" userId="7e5c19897f5a7e7c" providerId="LiveId" clId="{982839A1-A367-4754-BFE1-B18A3A50BD87}" dt="2026-03-15T15:57:04.401" v="521" actId="1076"/>
        <pc:sldMkLst>
          <pc:docMk/>
          <pc:sldMk cId="3460125726" sldId="263"/>
        </pc:sldMkLst>
        <pc:spChg chg="add mod">
          <ac:chgData name="gabriel fernando mantilla saltos" userId="7e5c19897f5a7e7c" providerId="LiveId" clId="{982839A1-A367-4754-BFE1-B18A3A50BD87}" dt="2026-03-15T15:56:50.415" v="515" actId="20577"/>
          <ac:spMkLst>
            <pc:docMk/>
            <pc:sldMk cId="3460125726" sldId="263"/>
            <ac:spMk id="7" creationId="{17785AF1-541C-701E-AAA0-E5C49AC4C275}"/>
          </ac:spMkLst>
        </pc:spChg>
      </pc:sldChg>
      <pc:sldChg chg="addSp delSp modSp add mod ord">
        <pc:chgData name="gabriel fernando mantilla saltos" userId="7e5c19897f5a7e7c" providerId="LiveId" clId="{982839A1-A367-4754-BFE1-B18A3A50BD87}" dt="2026-03-20T03:47:55.356" v="764" actId="1076"/>
        <pc:sldMkLst>
          <pc:docMk/>
          <pc:sldMk cId="3352556446" sldId="264"/>
        </pc:sldMkLst>
        <pc:spChg chg="mod">
          <ac:chgData name="gabriel fernando mantilla saltos" userId="7e5c19897f5a7e7c" providerId="LiveId" clId="{982839A1-A367-4754-BFE1-B18A3A50BD87}" dt="2026-03-15T15:55:12.644" v="463" actId="20577"/>
          <ac:spMkLst>
            <pc:docMk/>
            <pc:sldMk cId="3352556446" sldId="264"/>
            <ac:spMk id="2" creationId="{B854B299-4716-CE3A-AE24-456DCC23723E}"/>
          </ac:spMkLst>
        </pc:spChg>
        <pc:spChg chg="mod">
          <ac:chgData name="gabriel fernando mantilla saltos" userId="7e5c19897f5a7e7c" providerId="LiveId" clId="{982839A1-A367-4754-BFE1-B18A3A50BD87}" dt="2026-03-15T15:55:21.474" v="465" actId="123"/>
          <ac:spMkLst>
            <pc:docMk/>
            <pc:sldMk cId="3352556446" sldId="264"/>
            <ac:spMk id="4" creationId="{F6DC0B0C-654E-842B-BE53-F40B99284482}"/>
          </ac:spMkLst>
        </pc:spChg>
        <pc:picChg chg="add mod">
          <ac:chgData name="gabriel fernando mantilla saltos" userId="7e5c19897f5a7e7c" providerId="LiveId" clId="{982839A1-A367-4754-BFE1-B18A3A50BD87}" dt="2026-03-20T03:47:55.356" v="764" actId="1076"/>
          <ac:picMkLst>
            <pc:docMk/>
            <pc:sldMk cId="3352556446" sldId="264"/>
            <ac:picMk id="5" creationId="{605090B8-168C-B16E-FCDF-153BB95A4155}"/>
          </ac:picMkLst>
        </pc:picChg>
      </pc:sldChg>
      <pc:sldChg chg="addSp delSp modSp new mod">
        <pc:chgData name="gabriel fernando mantilla saltos" userId="7e5c19897f5a7e7c" providerId="LiveId" clId="{982839A1-A367-4754-BFE1-B18A3A50BD87}" dt="2026-03-15T15:56:22.986" v="496" actId="1076"/>
        <pc:sldMkLst>
          <pc:docMk/>
          <pc:sldMk cId="3235457048" sldId="265"/>
        </pc:sldMkLst>
        <pc:spChg chg="add mod">
          <ac:chgData name="gabriel fernando mantilla saltos" userId="7e5c19897f5a7e7c" providerId="LiveId" clId="{982839A1-A367-4754-BFE1-B18A3A50BD87}" dt="2026-03-15T15:56:05.702" v="493" actId="20577"/>
          <ac:spMkLst>
            <pc:docMk/>
            <pc:sldMk cId="3235457048" sldId="265"/>
            <ac:spMk id="6" creationId="{34D7E556-5933-4626-2D8A-86FC1DFF8FE1}"/>
          </ac:spMkLst>
        </pc:spChg>
        <pc:picChg chg="add mod">
          <ac:chgData name="gabriel fernando mantilla saltos" userId="7e5c19897f5a7e7c" providerId="LiveId" clId="{982839A1-A367-4754-BFE1-B18A3A50BD87}" dt="2026-03-15T15:56:22.986" v="496" actId="1076"/>
          <ac:picMkLst>
            <pc:docMk/>
            <pc:sldMk cId="3235457048" sldId="265"/>
            <ac:picMk id="5" creationId="{6C810FE0-7DFB-A133-F8A3-1326991BD0FE}"/>
          </ac:picMkLst>
        </pc:picChg>
      </pc:sldChg>
      <pc:sldChg chg="modSp new mod">
        <pc:chgData name="gabriel fernando mantilla saltos" userId="7e5c19897f5a7e7c" providerId="LiveId" clId="{982839A1-A367-4754-BFE1-B18A3A50BD87}" dt="2026-03-20T03:47:25.640" v="761" actId="20577"/>
        <pc:sldMkLst>
          <pc:docMk/>
          <pc:sldMk cId="3180693807" sldId="267"/>
        </pc:sldMkLst>
        <pc:spChg chg="mod">
          <ac:chgData name="gabriel fernando mantilla saltos" userId="7e5c19897f5a7e7c" providerId="LiveId" clId="{982839A1-A367-4754-BFE1-B18A3A50BD87}" dt="2026-03-20T00:46:19.667" v="726" actId="27636"/>
          <ac:spMkLst>
            <pc:docMk/>
            <pc:sldMk cId="3180693807" sldId="267"/>
            <ac:spMk id="2" creationId="{DBE34110-CEED-F2CC-D9A6-1F078CA12C6E}"/>
          </ac:spMkLst>
        </pc:spChg>
        <pc:spChg chg="mod">
          <ac:chgData name="gabriel fernando mantilla saltos" userId="7e5c19897f5a7e7c" providerId="LiveId" clId="{982839A1-A367-4754-BFE1-B18A3A50BD87}" dt="2026-03-20T03:47:25.640" v="761" actId="20577"/>
          <ac:spMkLst>
            <pc:docMk/>
            <pc:sldMk cId="3180693807" sldId="267"/>
            <ac:spMk id="3" creationId="{EC613F2D-43A6-0B00-C664-2387F8C9787B}"/>
          </ac:spMkLst>
        </pc:spChg>
      </pc:sldChg>
      <pc:sldChg chg="modSp mod">
        <pc:chgData name="gabriel fernando mantilla saltos" userId="7e5c19897f5a7e7c" providerId="LiveId" clId="{982839A1-A367-4754-BFE1-B18A3A50BD87}" dt="2026-03-20T03:47:34.369" v="762" actId="1076"/>
        <pc:sldMkLst>
          <pc:docMk/>
          <pc:sldMk cId="484537526" sldId="269"/>
        </pc:sldMkLst>
        <pc:picChg chg="mod">
          <ac:chgData name="gabriel fernando mantilla saltos" userId="7e5c19897f5a7e7c" providerId="LiveId" clId="{982839A1-A367-4754-BFE1-B18A3A50BD87}" dt="2026-03-20T03:47:34.369" v="762" actId="1076"/>
          <ac:picMkLst>
            <pc:docMk/>
            <pc:sldMk cId="484537526" sldId="269"/>
            <ac:picMk id="5" creationId="{AF416A3A-718A-51B8-DA98-43A215AC7D7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3014CB-382B-47BD-BFFB-736505C1D25D}" type="datetimeFigureOut">
              <a:rPr lang="es-419" smtClean="0"/>
              <a:t>19/3/2026</a:t>
            </a:fld>
            <a:endParaRPr lang="es-419"/>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2162E8-8D8F-4731-BCC2-3C842183D0BF}" type="slidenum">
              <a:rPr lang="es-419" smtClean="0"/>
              <a:t>‹#›</a:t>
            </a:fld>
            <a:endParaRPr lang="es-419"/>
          </a:p>
        </p:txBody>
      </p:sp>
    </p:spTree>
    <p:extLst>
      <p:ext uri="{BB962C8B-B14F-4D97-AF65-F5344CB8AC3E}">
        <p14:creationId xmlns:p14="http://schemas.microsoft.com/office/powerpoint/2010/main" val="4174715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5"/>
          </p:nvPr>
        </p:nvSpPr>
        <p:spPr/>
        <p:txBody>
          <a:bodyPr/>
          <a:lstStyle/>
          <a:p>
            <a:fld id="{502162E8-8D8F-4731-BCC2-3C842183D0BF}" type="slidenum">
              <a:rPr lang="es-419" smtClean="0"/>
              <a:t>12</a:t>
            </a:fld>
            <a:endParaRPr lang="es-419"/>
          </a:p>
        </p:txBody>
      </p:sp>
    </p:spTree>
    <p:extLst>
      <p:ext uri="{BB962C8B-B14F-4D97-AF65-F5344CB8AC3E}">
        <p14:creationId xmlns:p14="http://schemas.microsoft.com/office/powerpoint/2010/main" val="1640699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DD1D7-0B13-C745-0CA5-88B123E709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419"/>
          </a:p>
        </p:txBody>
      </p:sp>
      <p:sp>
        <p:nvSpPr>
          <p:cNvPr id="3" name="Subtitle 2">
            <a:extLst>
              <a:ext uri="{FF2B5EF4-FFF2-40B4-BE49-F238E27FC236}">
                <a16:creationId xmlns:a16="http://schemas.microsoft.com/office/drawing/2014/main" id="{70085F7D-82B4-015C-56DE-C06FCDCB24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419"/>
          </a:p>
        </p:txBody>
      </p:sp>
      <p:sp>
        <p:nvSpPr>
          <p:cNvPr id="4" name="Date Placeholder 3">
            <a:extLst>
              <a:ext uri="{FF2B5EF4-FFF2-40B4-BE49-F238E27FC236}">
                <a16:creationId xmlns:a16="http://schemas.microsoft.com/office/drawing/2014/main" id="{6420260B-300A-B1BD-449F-E63A7A01CC88}"/>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5" name="Footer Placeholder 4">
            <a:extLst>
              <a:ext uri="{FF2B5EF4-FFF2-40B4-BE49-F238E27FC236}">
                <a16:creationId xmlns:a16="http://schemas.microsoft.com/office/drawing/2014/main" id="{3CDEF003-0ACC-A4E1-96F6-211C7B399AAA}"/>
              </a:ext>
            </a:extLst>
          </p:cNvPr>
          <p:cNvSpPr>
            <a:spLocks noGrp="1"/>
          </p:cNvSpPr>
          <p:nvPr>
            <p:ph type="ftr" sz="quarter" idx="11"/>
          </p:nvPr>
        </p:nvSpPr>
        <p:spPr/>
        <p:txBody>
          <a:bodyPr/>
          <a:lstStyle/>
          <a:p>
            <a:endParaRPr lang="es-419"/>
          </a:p>
        </p:txBody>
      </p:sp>
      <p:sp>
        <p:nvSpPr>
          <p:cNvPr id="6" name="Slide Number Placeholder 5">
            <a:extLst>
              <a:ext uri="{FF2B5EF4-FFF2-40B4-BE49-F238E27FC236}">
                <a16:creationId xmlns:a16="http://schemas.microsoft.com/office/drawing/2014/main" id="{D0EB2F72-3D8B-DB03-97CF-33E77CD238EE}"/>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1069481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76E22-3849-5144-A0F9-E770B114F09B}"/>
              </a:ext>
            </a:extLst>
          </p:cNvPr>
          <p:cNvSpPr>
            <a:spLocks noGrp="1"/>
          </p:cNvSpPr>
          <p:nvPr>
            <p:ph type="title"/>
          </p:nvPr>
        </p:nvSpPr>
        <p:spPr/>
        <p:txBody>
          <a:bodyPr/>
          <a:lstStyle/>
          <a:p>
            <a:r>
              <a:rPr lang="en-US"/>
              <a:t>Click to edit Master title style</a:t>
            </a:r>
            <a:endParaRPr lang="es-419"/>
          </a:p>
        </p:txBody>
      </p:sp>
      <p:sp>
        <p:nvSpPr>
          <p:cNvPr id="3" name="Content Placeholder 2">
            <a:extLst>
              <a:ext uri="{FF2B5EF4-FFF2-40B4-BE49-F238E27FC236}">
                <a16:creationId xmlns:a16="http://schemas.microsoft.com/office/drawing/2014/main" id="{1B7EDE7F-58C8-BF03-EE66-D1CF34ABAB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
        <p:nvSpPr>
          <p:cNvPr id="4" name="Date Placeholder 3">
            <a:extLst>
              <a:ext uri="{FF2B5EF4-FFF2-40B4-BE49-F238E27FC236}">
                <a16:creationId xmlns:a16="http://schemas.microsoft.com/office/drawing/2014/main" id="{642FCA6F-DD9B-A658-A987-E1B48FBF3553}"/>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5" name="Footer Placeholder 4">
            <a:extLst>
              <a:ext uri="{FF2B5EF4-FFF2-40B4-BE49-F238E27FC236}">
                <a16:creationId xmlns:a16="http://schemas.microsoft.com/office/drawing/2014/main" id="{6DC1A52D-F758-0A13-A3A6-5E51E062E0C9}"/>
              </a:ext>
            </a:extLst>
          </p:cNvPr>
          <p:cNvSpPr>
            <a:spLocks noGrp="1"/>
          </p:cNvSpPr>
          <p:nvPr>
            <p:ph type="ftr" sz="quarter" idx="11"/>
          </p:nvPr>
        </p:nvSpPr>
        <p:spPr/>
        <p:txBody>
          <a:bodyPr/>
          <a:lstStyle/>
          <a:p>
            <a:endParaRPr lang="es-419"/>
          </a:p>
        </p:txBody>
      </p:sp>
      <p:sp>
        <p:nvSpPr>
          <p:cNvPr id="6" name="Slide Number Placeholder 5">
            <a:extLst>
              <a:ext uri="{FF2B5EF4-FFF2-40B4-BE49-F238E27FC236}">
                <a16:creationId xmlns:a16="http://schemas.microsoft.com/office/drawing/2014/main" id="{5B4116AE-137B-FD36-6BFE-8014560C8934}"/>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67152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02415-67F9-DA12-B78C-DF3AFFEDD4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419"/>
          </a:p>
        </p:txBody>
      </p:sp>
      <p:sp>
        <p:nvSpPr>
          <p:cNvPr id="3" name="Text Placeholder 2">
            <a:extLst>
              <a:ext uri="{FF2B5EF4-FFF2-40B4-BE49-F238E27FC236}">
                <a16:creationId xmlns:a16="http://schemas.microsoft.com/office/drawing/2014/main" id="{7F34BD68-9C21-424C-BDAB-3A7C402F94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BB29D6-62BD-D295-E898-BC543029CC27}"/>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5" name="Footer Placeholder 4">
            <a:extLst>
              <a:ext uri="{FF2B5EF4-FFF2-40B4-BE49-F238E27FC236}">
                <a16:creationId xmlns:a16="http://schemas.microsoft.com/office/drawing/2014/main" id="{85FE0E67-3C1F-C9E8-13DB-9317101D68FB}"/>
              </a:ext>
            </a:extLst>
          </p:cNvPr>
          <p:cNvSpPr>
            <a:spLocks noGrp="1"/>
          </p:cNvSpPr>
          <p:nvPr>
            <p:ph type="ftr" sz="quarter" idx="11"/>
          </p:nvPr>
        </p:nvSpPr>
        <p:spPr/>
        <p:txBody>
          <a:bodyPr/>
          <a:lstStyle/>
          <a:p>
            <a:endParaRPr lang="es-419"/>
          </a:p>
        </p:txBody>
      </p:sp>
      <p:sp>
        <p:nvSpPr>
          <p:cNvPr id="6" name="Slide Number Placeholder 5">
            <a:extLst>
              <a:ext uri="{FF2B5EF4-FFF2-40B4-BE49-F238E27FC236}">
                <a16:creationId xmlns:a16="http://schemas.microsoft.com/office/drawing/2014/main" id="{3F86C0EC-E845-5B84-E88B-A9F32D4503A2}"/>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2850261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C3CE7-F27B-375E-655A-C857184DAC66}"/>
              </a:ext>
            </a:extLst>
          </p:cNvPr>
          <p:cNvSpPr>
            <a:spLocks noGrp="1"/>
          </p:cNvSpPr>
          <p:nvPr>
            <p:ph type="title"/>
          </p:nvPr>
        </p:nvSpPr>
        <p:spPr/>
        <p:txBody>
          <a:bodyPr/>
          <a:lstStyle/>
          <a:p>
            <a:r>
              <a:rPr lang="en-US"/>
              <a:t>Click to edit Master title style</a:t>
            </a:r>
            <a:endParaRPr lang="es-419"/>
          </a:p>
        </p:txBody>
      </p:sp>
      <p:sp>
        <p:nvSpPr>
          <p:cNvPr id="3" name="Content Placeholder 2">
            <a:extLst>
              <a:ext uri="{FF2B5EF4-FFF2-40B4-BE49-F238E27FC236}">
                <a16:creationId xmlns:a16="http://schemas.microsoft.com/office/drawing/2014/main" id="{8401EF90-C62F-AE75-2C5C-259DF9C33A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
        <p:nvSpPr>
          <p:cNvPr id="4" name="Content Placeholder 3">
            <a:extLst>
              <a:ext uri="{FF2B5EF4-FFF2-40B4-BE49-F238E27FC236}">
                <a16:creationId xmlns:a16="http://schemas.microsoft.com/office/drawing/2014/main" id="{AAF058EE-8C7E-74B3-E33E-EF3077622D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
        <p:nvSpPr>
          <p:cNvPr id="5" name="Date Placeholder 4">
            <a:extLst>
              <a:ext uri="{FF2B5EF4-FFF2-40B4-BE49-F238E27FC236}">
                <a16:creationId xmlns:a16="http://schemas.microsoft.com/office/drawing/2014/main" id="{27546CB5-3710-A9C1-8A2A-B0A69142BEB8}"/>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6" name="Footer Placeholder 5">
            <a:extLst>
              <a:ext uri="{FF2B5EF4-FFF2-40B4-BE49-F238E27FC236}">
                <a16:creationId xmlns:a16="http://schemas.microsoft.com/office/drawing/2014/main" id="{AF2A6BD3-EC39-A278-C208-0F41AA7DA2AB}"/>
              </a:ext>
            </a:extLst>
          </p:cNvPr>
          <p:cNvSpPr>
            <a:spLocks noGrp="1"/>
          </p:cNvSpPr>
          <p:nvPr>
            <p:ph type="ftr" sz="quarter" idx="11"/>
          </p:nvPr>
        </p:nvSpPr>
        <p:spPr/>
        <p:txBody>
          <a:bodyPr/>
          <a:lstStyle/>
          <a:p>
            <a:endParaRPr lang="es-419"/>
          </a:p>
        </p:txBody>
      </p:sp>
      <p:sp>
        <p:nvSpPr>
          <p:cNvPr id="7" name="Slide Number Placeholder 6">
            <a:extLst>
              <a:ext uri="{FF2B5EF4-FFF2-40B4-BE49-F238E27FC236}">
                <a16:creationId xmlns:a16="http://schemas.microsoft.com/office/drawing/2014/main" id="{79101A67-2D85-938C-9C28-BA6394B49BE1}"/>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3759102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2860D-467A-862A-547C-DA6384FBB140}"/>
              </a:ext>
            </a:extLst>
          </p:cNvPr>
          <p:cNvSpPr>
            <a:spLocks noGrp="1"/>
          </p:cNvSpPr>
          <p:nvPr>
            <p:ph type="title"/>
          </p:nvPr>
        </p:nvSpPr>
        <p:spPr>
          <a:xfrm>
            <a:off x="839788" y="365125"/>
            <a:ext cx="10515600" cy="1325563"/>
          </a:xfrm>
        </p:spPr>
        <p:txBody>
          <a:bodyPr/>
          <a:lstStyle/>
          <a:p>
            <a:r>
              <a:rPr lang="en-US"/>
              <a:t>Click to edit Master title style</a:t>
            </a:r>
            <a:endParaRPr lang="es-419"/>
          </a:p>
        </p:txBody>
      </p:sp>
      <p:sp>
        <p:nvSpPr>
          <p:cNvPr id="3" name="Text Placeholder 2">
            <a:extLst>
              <a:ext uri="{FF2B5EF4-FFF2-40B4-BE49-F238E27FC236}">
                <a16:creationId xmlns:a16="http://schemas.microsoft.com/office/drawing/2014/main" id="{46BEA9EC-8612-6F6B-24D9-5249BD9790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4EC82A-6882-A84E-D286-C15A0C0B0B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
        <p:nvSpPr>
          <p:cNvPr id="5" name="Text Placeholder 4">
            <a:extLst>
              <a:ext uri="{FF2B5EF4-FFF2-40B4-BE49-F238E27FC236}">
                <a16:creationId xmlns:a16="http://schemas.microsoft.com/office/drawing/2014/main" id="{A9CFA779-E832-4B8D-5A23-BE69E1F00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3AEBBA-7FC5-9AA3-3D65-4321549309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
        <p:nvSpPr>
          <p:cNvPr id="7" name="Date Placeholder 6">
            <a:extLst>
              <a:ext uri="{FF2B5EF4-FFF2-40B4-BE49-F238E27FC236}">
                <a16:creationId xmlns:a16="http://schemas.microsoft.com/office/drawing/2014/main" id="{4BED1F83-5F7A-48B3-7BF5-DB0DCB56A4E9}"/>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8" name="Footer Placeholder 7">
            <a:extLst>
              <a:ext uri="{FF2B5EF4-FFF2-40B4-BE49-F238E27FC236}">
                <a16:creationId xmlns:a16="http://schemas.microsoft.com/office/drawing/2014/main" id="{CE5998DA-F6F8-46FF-47C9-680CA0185338}"/>
              </a:ext>
            </a:extLst>
          </p:cNvPr>
          <p:cNvSpPr>
            <a:spLocks noGrp="1"/>
          </p:cNvSpPr>
          <p:nvPr>
            <p:ph type="ftr" sz="quarter" idx="11"/>
          </p:nvPr>
        </p:nvSpPr>
        <p:spPr/>
        <p:txBody>
          <a:bodyPr/>
          <a:lstStyle/>
          <a:p>
            <a:endParaRPr lang="es-419"/>
          </a:p>
        </p:txBody>
      </p:sp>
      <p:sp>
        <p:nvSpPr>
          <p:cNvPr id="9" name="Slide Number Placeholder 8">
            <a:extLst>
              <a:ext uri="{FF2B5EF4-FFF2-40B4-BE49-F238E27FC236}">
                <a16:creationId xmlns:a16="http://schemas.microsoft.com/office/drawing/2014/main" id="{826DF3A5-908E-C047-FF31-ED8B1A1C5C25}"/>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405008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5A0F3-0C5C-7391-3045-B1947FCA8536}"/>
              </a:ext>
            </a:extLst>
          </p:cNvPr>
          <p:cNvSpPr>
            <a:spLocks noGrp="1"/>
          </p:cNvSpPr>
          <p:nvPr>
            <p:ph type="title"/>
          </p:nvPr>
        </p:nvSpPr>
        <p:spPr/>
        <p:txBody>
          <a:bodyPr/>
          <a:lstStyle/>
          <a:p>
            <a:r>
              <a:rPr lang="en-US"/>
              <a:t>Click to edit Master title style</a:t>
            </a:r>
            <a:endParaRPr lang="es-419"/>
          </a:p>
        </p:txBody>
      </p:sp>
      <p:sp>
        <p:nvSpPr>
          <p:cNvPr id="3" name="Date Placeholder 2">
            <a:extLst>
              <a:ext uri="{FF2B5EF4-FFF2-40B4-BE49-F238E27FC236}">
                <a16:creationId xmlns:a16="http://schemas.microsoft.com/office/drawing/2014/main" id="{2B48055E-B785-CE39-9B94-C592E93EBB6B}"/>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4" name="Footer Placeholder 3">
            <a:extLst>
              <a:ext uri="{FF2B5EF4-FFF2-40B4-BE49-F238E27FC236}">
                <a16:creationId xmlns:a16="http://schemas.microsoft.com/office/drawing/2014/main" id="{EFFE0C86-22A9-58D8-E244-06175B6CE0D8}"/>
              </a:ext>
            </a:extLst>
          </p:cNvPr>
          <p:cNvSpPr>
            <a:spLocks noGrp="1"/>
          </p:cNvSpPr>
          <p:nvPr>
            <p:ph type="ftr" sz="quarter" idx="11"/>
          </p:nvPr>
        </p:nvSpPr>
        <p:spPr/>
        <p:txBody>
          <a:bodyPr/>
          <a:lstStyle/>
          <a:p>
            <a:endParaRPr lang="es-419"/>
          </a:p>
        </p:txBody>
      </p:sp>
      <p:sp>
        <p:nvSpPr>
          <p:cNvPr id="5" name="Slide Number Placeholder 4">
            <a:extLst>
              <a:ext uri="{FF2B5EF4-FFF2-40B4-BE49-F238E27FC236}">
                <a16:creationId xmlns:a16="http://schemas.microsoft.com/office/drawing/2014/main" id="{09989DC5-4F25-D065-A996-70B69FC69735}"/>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3967369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53ADA3-8E1D-C4A6-017E-FCF6C07F1320}"/>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3" name="Footer Placeholder 2">
            <a:extLst>
              <a:ext uri="{FF2B5EF4-FFF2-40B4-BE49-F238E27FC236}">
                <a16:creationId xmlns:a16="http://schemas.microsoft.com/office/drawing/2014/main" id="{D5F22937-66F2-BFFC-0EE9-24E27DCFF453}"/>
              </a:ext>
            </a:extLst>
          </p:cNvPr>
          <p:cNvSpPr>
            <a:spLocks noGrp="1"/>
          </p:cNvSpPr>
          <p:nvPr>
            <p:ph type="ftr" sz="quarter" idx="11"/>
          </p:nvPr>
        </p:nvSpPr>
        <p:spPr/>
        <p:txBody>
          <a:bodyPr/>
          <a:lstStyle/>
          <a:p>
            <a:endParaRPr lang="es-419"/>
          </a:p>
        </p:txBody>
      </p:sp>
      <p:sp>
        <p:nvSpPr>
          <p:cNvPr id="4" name="Slide Number Placeholder 3">
            <a:extLst>
              <a:ext uri="{FF2B5EF4-FFF2-40B4-BE49-F238E27FC236}">
                <a16:creationId xmlns:a16="http://schemas.microsoft.com/office/drawing/2014/main" id="{BEFC8134-12A3-D73F-A594-029CC969A4B0}"/>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191385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6105C-9EE3-CB70-7122-8AFB4C8721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419"/>
          </a:p>
        </p:txBody>
      </p:sp>
      <p:sp>
        <p:nvSpPr>
          <p:cNvPr id="3" name="Content Placeholder 2">
            <a:extLst>
              <a:ext uri="{FF2B5EF4-FFF2-40B4-BE49-F238E27FC236}">
                <a16:creationId xmlns:a16="http://schemas.microsoft.com/office/drawing/2014/main" id="{019F4155-0DF5-490F-71ED-BC0F4D25F5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
        <p:nvSpPr>
          <p:cNvPr id="4" name="Text Placeholder 3">
            <a:extLst>
              <a:ext uri="{FF2B5EF4-FFF2-40B4-BE49-F238E27FC236}">
                <a16:creationId xmlns:a16="http://schemas.microsoft.com/office/drawing/2014/main" id="{773E37D6-BC12-9036-6097-133DB91A6C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A551DA-0308-4322-4BEF-E59CC5267D81}"/>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6" name="Footer Placeholder 5">
            <a:extLst>
              <a:ext uri="{FF2B5EF4-FFF2-40B4-BE49-F238E27FC236}">
                <a16:creationId xmlns:a16="http://schemas.microsoft.com/office/drawing/2014/main" id="{EAD82E8F-A638-5B9C-61FF-FDC026F5E6D9}"/>
              </a:ext>
            </a:extLst>
          </p:cNvPr>
          <p:cNvSpPr>
            <a:spLocks noGrp="1"/>
          </p:cNvSpPr>
          <p:nvPr>
            <p:ph type="ftr" sz="quarter" idx="11"/>
          </p:nvPr>
        </p:nvSpPr>
        <p:spPr/>
        <p:txBody>
          <a:bodyPr/>
          <a:lstStyle/>
          <a:p>
            <a:endParaRPr lang="es-419"/>
          </a:p>
        </p:txBody>
      </p:sp>
      <p:sp>
        <p:nvSpPr>
          <p:cNvPr id="7" name="Slide Number Placeholder 6">
            <a:extLst>
              <a:ext uri="{FF2B5EF4-FFF2-40B4-BE49-F238E27FC236}">
                <a16:creationId xmlns:a16="http://schemas.microsoft.com/office/drawing/2014/main" id="{830A1587-43EB-F05D-6933-337371825F87}"/>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309031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CAFE3-7548-6999-B305-D39B477AB4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419"/>
          </a:p>
        </p:txBody>
      </p:sp>
      <p:sp>
        <p:nvSpPr>
          <p:cNvPr id="3" name="Picture Placeholder 2">
            <a:extLst>
              <a:ext uri="{FF2B5EF4-FFF2-40B4-BE49-F238E27FC236}">
                <a16:creationId xmlns:a16="http://schemas.microsoft.com/office/drawing/2014/main" id="{91988F64-3266-EA56-CBEA-0BB4C4FEE0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Text Placeholder 3">
            <a:extLst>
              <a:ext uri="{FF2B5EF4-FFF2-40B4-BE49-F238E27FC236}">
                <a16:creationId xmlns:a16="http://schemas.microsoft.com/office/drawing/2014/main" id="{045FEB0E-2E90-04EF-16E9-345F265C4F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B754C-4779-4F09-B084-CE6766FE9EF6}"/>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6" name="Footer Placeholder 5">
            <a:extLst>
              <a:ext uri="{FF2B5EF4-FFF2-40B4-BE49-F238E27FC236}">
                <a16:creationId xmlns:a16="http://schemas.microsoft.com/office/drawing/2014/main" id="{17F598D9-8B83-540E-239D-73D367742163}"/>
              </a:ext>
            </a:extLst>
          </p:cNvPr>
          <p:cNvSpPr>
            <a:spLocks noGrp="1"/>
          </p:cNvSpPr>
          <p:nvPr>
            <p:ph type="ftr" sz="quarter" idx="11"/>
          </p:nvPr>
        </p:nvSpPr>
        <p:spPr/>
        <p:txBody>
          <a:bodyPr/>
          <a:lstStyle/>
          <a:p>
            <a:endParaRPr lang="es-419"/>
          </a:p>
        </p:txBody>
      </p:sp>
      <p:sp>
        <p:nvSpPr>
          <p:cNvPr id="7" name="Slide Number Placeholder 6">
            <a:extLst>
              <a:ext uri="{FF2B5EF4-FFF2-40B4-BE49-F238E27FC236}">
                <a16:creationId xmlns:a16="http://schemas.microsoft.com/office/drawing/2014/main" id="{B065D0FD-9E58-C9A4-5201-E6AE8D7B358A}"/>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3399129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8FC7A-F7D7-FD5F-0569-2C4998587324}"/>
              </a:ext>
            </a:extLst>
          </p:cNvPr>
          <p:cNvSpPr>
            <a:spLocks noGrp="1"/>
          </p:cNvSpPr>
          <p:nvPr>
            <p:ph type="title"/>
          </p:nvPr>
        </p:nvSpPr>
        <p:spPr/>
        <p:txBody>
          <a:bodyPr/>
          <a:lstStyle/>
          <a:p>
            <a:r>
              <a:rPr lang="en-US"/>
              <a:t>Click to edit Master title style</a:t>
            </a:r>
            <a:endParaRPr lang="es-419"/>
          </a:p>
        </p:txBody>
      </p:sp>
      <p:sp>
        <p:nvSpPr>
          <p:cNvPr id="3" name="Vertical Text Placeholder 2">
            <a:extLst>
              <a:ext uri="{FF2B5EF4-FFF2-40B4-BE49-F238E27FC236}">
                <a16:creationId xmlns:a16="http://schemas.microsoft.com/office/drawing/2014/main" id="{DAC291E7-8434-9F3C-BBC3-0EF11A3BDB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
        <p:nvSpPr>
          <p:cNvPr id="4" name="Date Placeholder 3">
            <a:extLst>
              <a:ext uri="{FF2B5EF4-FFF2-40B4-BE49-F238E27FC236}">
                <a16:creationId xmlns:a16="http://schemas.microsoft.com/office/drawing/2014/main" id="{8A810E1F-C491-5AFE-DEB2-C9C41B58C906}"/>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5" name="Footer Placeholder 4">
            <a:extLst>
              <a:ext uri="{FF2B5EF4-FFF2-40B4-BE49-F238E27FC236}">
                <a16:creationId xmlns:a16="http://schemas.microsoft.com/office/drawing/2014/main" id="{7195C822-487A-53C7-1227-3B24D69C21E5}"/>
              </a:ext>
            </a:extLst>
          </p:cNvPr>
          <p:cNvSpPr>
            <a:spLocks noGrp="1"/>
          </p:cNvSpPr>
          <p:nvPr>
            <p:ph type="ftr" sz="quarter" idx="11"/>
          </p:nvPr>
        </p:nvSpPr>
        <p:spPr/>
        <p:txBody>
          <a:bodyPr/>
          <a:lstStyle/>
          <a:p>
            <a:endParaRPr lang="es-419"/>
          </a:p>
        </p:txBody>
      </p:sp>
      <p:sp>
        <p:nvSpPr>
          <p:cNvPr id="6" name="Slide Number Placeholder 5">
            <a:extLst>
              <a:ext uri="{FF2B5EF4-FFF2-40B4-BE49-F238E27FC236}">
                <a16:creationId xmlns:a16="http://schemas.microsoft.com/office/drawing/2014/main" id="{E4DA28AF-D874-73DD-DB8B-29549555328F}"/>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1560944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8D695A-BADD-F9FD-0ED1-6BEA6FF147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419"/>
          </a:p>
        </p:txBody>
      </p:sp>
      <p:sp>
        <p:nvSpPr>
          <p:cNvPr id="3" name="Vertical Text Placeholder 2">
            <a:extLst>
              <a:ext uri="{FF2B5EF4-FFF2-40B4-BE49-F238E27FC236}">
                <a16:creationId xmlns:a16="http://schemas.microsoft.com/office/drawing/2014/main" id="{FB440D44-3697-1612-4054-B295335C48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
        <p:nvSpPr>
          <p:cNvPr id="4" name="Date Placeholder 3">
            <a:extLst>
              <a:ext uri="{FF2B5EF4-FFF2-40B4-BE49-F238E27FC236}">
                <a16:creationId xmlns:a16="http://schemas.microsoft.com/office/drawing/2014/main" id="{6902AEE8-76AC-89AC-E329-8EB7C840BAD3}"/>
              </a:ext>
            </a:extLst>
          </p:cNvPr>
          <p:cNvSpPr>
            <a:spLocks noGrp="1"/>
          </p:cNvSpPr>
          <p:nvPr>
            <p:ph type="dt" sz="half" idx="10"/>
          </p:nvPr>
        </p:nvSpPr>
        <p:spPr/>
        <p:txBody>
          <a:bodyPr/>
          <a:lstStyle/>
          <a:p>
            <a:fld id="{C7F87595-1A8C-4BCC-BDD7-729DC94DFEB5}" type="datetimeFigureOut">
              <a:rPr lang="es-419" smtClean="0"/>
              <a:t>19/3/2026</a:t>
            </a:fld>
            <a:endParaRPr lang="es-419"/>
          </a:p>
        </p:txBody>
      </p:sp>
      <p:sp>
        <p:nvSpPr>
          <p:cNvPr id="5" name="Footer Placeholder 4">
            <a:extLst>
              <a:ext uri="{FF2B5EF4-FFF2-40B4-BE49-F238E27FC236}">
                <a16:creationId xmlns:a16="http://schemas.microsoft.com/office/drawing/2014/main" id="{DA3185BE-B7D5-9ACA-37DD-36C2DD1F611F}"/>
              </a:ext>
            </a:extLst>
          </p:cNvPr>
          <p:cNvSpPr>
            <a:spLocks noGrp="1"/>
          </p:cNvSpPr>
          <p:nvPr>
            <p:ph type="ftr" sz="quarter" idx="11"/>
          </p:nvPr>
        </p:nvSpPr>
        <p:spPr/>
        <p:txBody>
          <a:bodyPr/>
          <a:lstStyle/>
          <a:p>
            <a:endParaRPr lang="es-419"/>
          </a:p>
        </p:txBody>
      </p:sp>
      <p:sp>
        <p:nvSpPr>
          <p:cNvPr id="6" name="Slide Number Placeholder 5">
            <a:extLst>
              <a:ext uri="{FF2B5EF4-FFF2-40B4-BE49-F238E27FC236}">
                <a16:creationId xmlns:a16="http://schemas.microsoft.com/office/drawing/2014/main" id="{16A36910-4F97-8EB0-5850-15D5BA755D9C}"/>
              </a:ext>
            </a:extLst>
          </p:cNvPr>
          <p:cNvSpPr>
            <a:spLocks noGrp="1"/>
          </p:cNvSpPr>
          <p:nvPr>
            <p:ph type="sldNum" sz="quarter" idx="12"/>
          </p:nvPr>
        </p:nvSpPr>
        <p:spPr/>
        <p:txBody>
          <a:bodyPr/>
          <a:lstStyle/>
          <a:p>
            <a:fld id="{00B13CBB-E60C-4EE5-B6CF-F7791672AF84}" type="slidenum">
              <a:rPr lang="es-419" smtClean="0"/>
              <a:t>‹#›</a:t>
            </a:fld>
            <a:endParaRPr lang="es-419"/>
          </a:p>
        </p:txBody>
      </p:sp>
    </p:spTree>
    <p:extLst>
      <p:ext uri="{BB962C8B-B14F-4D97-AF65-F5344CB8AC3E}">
        <p14:creationId xmlns:p14="http://schemas.microsoft.com/office/powerpoint/2010/main" val="2568342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5724D2-86C6-A101-82B2-7FBC3D51B2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419"/>
          </a:p>
        </p:txBody>
      </p:sp>
      <p:sp>
        <p:nvSpPr>
          <p:cNvPr id="3" name="Text Placeholder 2">
            <a:extLst>
              <a:ext uri="{FF2B5EF4-FFF2-40B4-BE49-F238E27FC236}">
                <a16:creationId xmlns:a16="http://schemas.microsoft.com/office/drawing/2014/main" id="{F5AE4D28-0E94-3784-6896-23225966FB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
        <p:nvSpPr>
          <p:cNvPr id="4" name="Date Placeholder 3">
            <a:extLst>
              <a:ext uri="{FF2B5EF4-FFF2-40B4-BE49-F238E27FC236}">
                <a16:creationId xmlns:a16="http://schemas.microsoft.com/office/drawing/2014/main" id="{1975013E-AED0-77BE-E98F-161683205D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F87595-1A8C-4BCC-BDD7-729DC94DFEB5}" type="datetimeFigureOut">
              <a:rPr lang="es-419" smtClean="0"/>
              <a:t>19/3/2026</a:t>
            </a:fld>
            <a:endParaRPr lang="es-419"/>
          </a:p>
        </p:txBody>
      </p:sp>
      <p:sp>
        <p:nvSpPr>
          <p:cNvPr id="5" name="Footer Placeholder 4">
            <a:extLst>
              <a:ext uri="{FF2B5EF4-FFF2-40B4-BE49-F238E27FC236}">
                <a16:creationId xmlns:a16="http://schemas.microsoft.com/office/drawing/2014/main" id="{9708CBEC-D57A-40A2-26F5-4107565B9D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419"/>
          </a:p>
        </p:txBody>
      </p:sp>
      <p:sp>
        <p:nvSpPr>
          <p:cNvPr id="6" name="Slide Number Placeholder 5">
            <a:extLst>
              <a:ext uri="{FF2B5EF4-FFF2-40B4-BE49-F238E27FC236}">
                <a16:creationId xmlns:a16="http://schemas.microsoft.com/office/drawing/2014/main" id="{2AC97619-1B72-EC71-F814-C7426A7A3D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B13CBB-E60C-4EE5-B6CF-F7791672AF84}" type="slidenum">
              <a:rPr lang="es-419" smtClean="0"/>
              <a:t>‹#›</a:t>
            </a:fld>
            <a:endParaRPr lang="es-419"/>
          </a:p>
        </p:txBody>
      </p:sp>
    </p:spTree>
    <p:extLst>
      <p:ext uri="{BB962C8B-B14F-4D97-AF65-F5344CB8AC3E}">
        <p14:creationId xmlns:p14="http://schemas.microsoft.com/office/powerpoint/2010/main" val="1001848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3A714-3F14-1A76-4A30-84450DC9F1A4}"/>
              </a:ext>
            </a:extLst>
          </p:cNvPr>
          <p:cNvSpPr>
            <a:spLocks noGrp="1"/>
          </p:cNvSpPr>
          <p:nvPr>
            <p:ph type="ctrTitle"/>
          </p:nvPr>
        </p:nvSpPr>
        <p:spPr/>
        <p:txBody>
          <a:bodyPr>
            <a:normAutofit/>
          </a:bodyPr>
          <a:lstStyle/>
          <a:p>
            <a:r>
              <a:rPr lang="en-US" sz="4800" b="1" dirty="0"/>
              <a:t>A Multidimensional Bayesian Approach to Pothole Occurrence in Toronto (2025–2026)</a:t>
            </a:r>
          </a:p>
        </p:txBody>
      </p:sp>
      <p:sp>
        <p:nvSpPr>
          <p:cNvPr id="3" name="Subtitle 2">
            <a:extLst>
              <a:ext uri="{FF2B5EF4-FFF2-40B4-BE49-F238E27FC236}">
                <a16:creationId xmlns:a16="http://schemas.microsoft.com/office/drawing/2014/main" id="{DBEFA402-4740-173E-C3F1-B1A84A9CF4A3}"/>
              </a:ext>
            </a:extLst>
          </p:cNvPr>
          <p:cNvSpPr>
            <a:spLocks noGrp="1"/>
          </p:cNvSpPr>
          <p:nvPr>
            <p:ph type="subTitle" idx="1"/>
          </p:nvPr>
        </p:nvSpPr>
        <p:spPr>
          <a:xfrm>
            <a:off x="8769350" y="5106988"/>
            <a:ext cx="2552700" cy="404812"/>
          </a:xfrm>
        </p:spPr>
        <p:txBody>
          <a:bodyPr>
            <a:normAutofit lnSpcReduction="10000"/>
          </a:bodyPr>
          <a:lstStyle/>
          <a:p>
            <a:r>
              <a:rPr lang="en-US" dirty="0"/>
              <a:t>Gabriel Mantilla</a:t>
            </a:r>
            <a:endParaRPr lang="es-419" dirty="0"/>
          </a:p>
        </p:txBody>
      </p:sp>
    </p:spTree>
    <p:extLst>
      <p:ext uri="{BB962C8B-B14F-4D97-AF65-F5344CB8AC3E}">
        <p14:creationId xmlns:p14="http://schemas.microsoft.com/office/powerpoint/2010/main" val="1560130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2FFF2F-C451-8459-9942-3B57AD6FB50F}"/>
              </a:ext>
            </a:extLst>
          </p:cNvPr>
          <p:cNvSpPr>
            <a:spLocks noGrp="1"/>
          </p:cNvSpPr>
          <p:nvPr>
            <p:ph idx="1"/>
          </p:nvPr>
        </p:nvSpPr>
        <p:spPr>
          <a:xfrm>
            <a:off x="838200" y="702733"/>
            <a:ext cx="10515600" cy="5474230"/>
          </a:xfrm>
        </p:spPr>
        <p:txBody>
          <a:bodyPr>
            <a:normAutofit fontScale="70000" lnSpcReduction="20000"/>
          </a:bodyPr>
          <a:lstStyle/>
          <a:p>
            <a:pPr marL="0" indent="0" algn="just">
              <a:buNone/>
            </a:pPr>
            <a:r>
              <a:rPr lang="en-US" dirty="0"/>
              <a:t>This project transforms how we understand urban infrastructure by moving from a reactive "report-and-repair" cycle to a </a:t>
            </a:r>
            <a:r>
              <a:rPr lang="en-US" b="1" dirty="0"/>
              <a:t>Proactive Risk Assessment</a:t>
            </a:r>
            <a:r>
              <a:rPr lang="en-US" dirty="0"/>
              <a:t> model for the City of Toronto. By merging 2025–2026 311 service data with high-resolution atmospheric variables, the study identifies the precise "Weather Regimes" that trigger road failure.</a:t>
            </a:r>
          </a:p>
          <a:p>
            <a:pPr marL="0" indent="0" algn="just">
              <a:buNone/>
            </a:pPr>
            <a:endParaRPr lang="en-US" dirty="0"/>
          </a:p>
          <a:p>
            <a:pPr marL="0" indent="0" algn="just">
              <a:buNone/>
            </a:pPr>
            <a:r>
              <a:rPr lang="en-US" b="1" dirty="0"/>
              <a:t>The Methodology</a:t>
            </a:r>
          </a:p>
          <a:p>
            <a:pPr marL="0" indent="0" algn="just">
              <a:buNone/>
            </a:pPr>
            <a:r>
              <a:rPr lang="en-US" dirty="0"/>
              <a:t>We use of </a:t>
            </a:r>
            <a:r>
              <a:rPr lang="en-US" b="1" dirty="0"/>
              <a:t>Bayesian Gaussian Mixture Regression (BGMR) </a:t>
            </a:r>
            <a:r>
              <a:rPr lang="en-US" dirty="0"/>
              <a:t>for predict the probability of occurrence of Number of Pothole in January 2026. Unlike standard models, BGMR maps the joint distribution of six environmental pillars—including Relative Humidity (</a:t>
            </a:r>
            <a:r>
              <a:rPr lang="en-US" i="1" dirty="0"/>
              <a:t>RHUM</a:t>
            </a:r>
            <a:r>
              <a:rPr lang="en-US" dirty="0"/>
              <a:t>), Atmospheric Pressure (</a:t>
            </a:r>
            <a:r>
              <a:rPr lang="en-US" i="1" dirty="0"/>
              <a:t>PRES</a:t>
            </a:r>
            <a:r>
              <a:rPr lang="en-US" dirty="0"/>
              <a:t>), and Precipitation (</a:t>
            </a:r>
            <a:r>
              <a:rPr lang="en-US" i="1" dirty="0"/>
              <a:t>PRCP</a:t>
            </a:r>
            <a:r>
              <a:rPr lang="en-US" dirty="0"/>
              <a:t>). This allows us to calculate </a:t>
            </a:r>
            <a:r>
              <a:rPr lang="en-US" b="1" dirty="0"/>
              <a:t>Exceedance Probabilities</a:t>
            </a:r>
            <a:r>
              <a:rPr lang="en-US" dirty="0"/>
              <a:t>, turning raw weather data into a predictive "Health Monitor" for the city's streets.</a:t>
            </a:r>
          </a:p>
          <a:p>
            <a:pPr marL="0" indent="0" algn="just">
              <a:buNone/>
            </a:pPr>
            <a:endParaRPr lang="en-US" dirty="0"/>
          </a:p>
          <a:p>
            <a:pPr marL="0" indent="0" algn="just">
              <a:buNone/>
            </a:pPr>
            <a:r>
              <a:rPr lang="en-US" b="1" dirty="0"/>
              <a:t>Key Data Innovations</a:t>
            </a:r>
          </a:p>
          <a:p>
            <a:pPr algn="just"/>
            <a:r>
              <a:rPr lang="en-US" b="1" dirty="0"/>
              <a:t>Normalization:</a:t>
            </a:r>
            <a:r>
              <a:rPr lang="en-US" dirty="0"/>
              <a:t> We shifted the metric from raw complaint volume to </a:t>
            </a:r>
            <a:r>
              <a:rPr lang="en-US" b="1" dirty="0"/>
              <a:t>Intersection-Day Occurrences</a:t>
            </a:r>
            <a:r>
              <a:rPr lang="en-US" dirty="0"/>
              <a:t>. This eliminates reporting bias (where one hole gets fifty calls) and focuses on unique structural failure events.</a:t>
            </a:r>
          </a:p>
          <a:p>
            <a:pPr algn="just"/>
            <a:r>
              <a:rPr lang="en-US" b="1" dirty="0"/>
              <a:t>Precision Mapping:</a:t>
            </a:r>
            <a:r>
              <a:rPr lang="en-US" dirty="0"/>
              <a:t> A three-month manual verification process using Google Maps ensured that thousands of intersections were geocoded with high accuracy, overcoming the limitations of automated scripts.</a:t>
            </a:r>
          </a:p>
        </p:txBody>
      </p:sp>
    </p:spTree>
    <p:extLst>
      <p:ext uri="{BB962C8B-B14F-4D97-AF65-F5344CB8AC3E}">
        <p14:creationId xmlns:p14="http://schemas.microsoft.com/office/powerpoint/2010/main" val="3130472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810FE0-7DFB-A133-F8A3-1326991BD0FE}"/>
              </a:ext>
            </a:extLst>
          </p:cNvPr>
          <p:cNvPicPr>
            <a:picLocks noChangeAspect="1"/>
          </p:cNvPicPr>
          <p:nvPr/>
        </p:nvPicPr>
        <p:blipFill>
          <a:blip r:embed="rId2"/>
          <a:stretch>
            <a:fillRect/>
          </a:stretch>
        </p:blipFill>
        <p:spPr>
          <a:xfrm>
            <a:off x="378795" y="1057410"/>
            <a:ext cx="11540155" cy="5700154"/>
          </a:xfrm>
          <a:prstGeom prst="rect">
            <a:avLst/>
          </a:prstGeom>
        </p:spPr>
      </p:pic>
      <p:sp>
        <p:nvSpPr>
          <p:cNvPr id="6" name="Title 1">
            <a:extLst>
              <a:ext uri="{FF2B5EF4-FFF2-40B4-BE49-F238E27FC236}">
                <a16:creationId xmlns:a16="http://schemas.microsoft.com/office/drawing/2014/main" id="{34D7E556-5933-4626-2D8A-86FC1DFF8FE1}"/>
              </a:ext>
            </a:extLst>
          </p:cNvPr>
          <p:cNvSpPr>
            <a:spLocks noGrp="1"/>
          </p:cNvSpPr>
          <p:nvPr>
            <p:ph type="title"/>
          </p:nvPr>
        </p:nvSpPr>
        <p:spPr>
          <a:xfrm>
            <a:off x="2479675" y="400050"/>
            <a:ext cx="7118350" cy="847725"/>
          </a:xfrm>
        </p:spPr>
        <p:txBody>
          <a:bodyPr>
            <a:normAutofit/>
          </a:bodyPr>
          <a:lstStyle/>
          <a:p>
            <a:pPr algn="ctr"/>
            <a:r>
              <a:rPr lang="es-419" sz="4000" dirty="0"/>
              <a:t>Descriptive </a:t>
            </a:r>
            <a:r>
              <a:rPr lang="es-419" sz="4000" dirty="0" err="1"/>
              <a:t>Analysis</a:t>
            </a:r>
            <a:endParaRPr lang="es-419" sz="4000" dirty="0"/>
          </a:p>
        </p:txBody>
      </p:sp>
    </p:spTree>
    <p:extLst>
      <p:ext uri="{BB962C8B-B14F-4D97-AF65-F5344CB8AC3E}">
        <p14:creationId xmlns:p14="http://schemas.microsoft.com/office/powerpoint/2010/main" val="3235457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1FD70-FB4A-205E-4762-C76B2FFFF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4B299-4716-CE3A-AE24-456DCC23723E}"/>
              </a:ext>
            </a:extLst>
          </p:cNvPr>
          <p:cNvSpPr>
            <a:spLocks noGrp="1"/>
          </p:cNvSpPr>
          <p:nvPr>
            <p:ph type="title"/>
          </p:nvPr>
        </p:nvSpPr>
        <p:spPr>
          <a:xfrm>
            <a:off x="838200" y="365125"/>
            <a:ext cx="10712450" cy="987425"/>
          </a:xfrm>
        </p:spPr>
        <p:txBody>
          <a:bodyPr>
            <a:normAutofit/>
          </a:bodyPr>
          <a:lstStyle/>
          <a:p>
            <a:r>
              <a:rPr lang="es-419" sz="3200" dirty="0" err="1"/>
              <a:t>Freeze-Thaw</a:t>
            </a:r>
            <a:r>
              <a:rPr lang="es-419" sz="3200" dirty="0"/>
              <a:t> </a:t>
            </a:r>
            <a:r>
              <a:rPr lang="es-419" sz="3200" dirty="0" err="1"/>
              <a:t>Correlation</a:t>
            </a:r>
            <a:r>
              <a:rPr lang="es-419" sz="3200" dirty="0"/>
              <a:t> &amp; </a:t>
            </a:r>
            <a:r>
              <a:rPr lang="es-419" sz="3200" dirty="0" err="1"/>
              <a:t>Precipitation</a:t>
            </a:r>
            <a:r>
              <a:rPr lang="es-419" sz="3200" dirty="0"/>
              <a:t> &amp; Snow Depth </a:t>
            </a:r>
            <a:r>
              <a:rPr lang="es-419" sz="3200" dirty="0" err="1"/>
              <a:t>Impact</a:t>
            </a:r>
            <a:endParaRPr lang="es-419" sz="3200" dirty="0"/>
          </a:p>
        </p:txBody>
      </p:sp>
      <p:sp>
        <p:nvSpPr>
          <p:cNvPr id="4" name="Rectangle 1">
            <a:extLst>
              <a:ext uri="{FF2B5EF4-FFF2-40B4-BE49-F238E27FC236}">
                <a16:creationId xmlns:a16="http://schemas.microsoft.com/office/drawing/2014/main" id="{F6DC0B0C-654E-842B-BE53-F40B99284482}"/>
              </a:ext>
            </a:extLst>
          </p:cNvPr>
          <p:cNvSpPr>
            <a:spLocks noGrp="1" noChangeArrowheads="1"/>
          </p:cNvSpPr>
          <p:nvPr>
            <p:ph idx="1"/>
          </p:nvPr>
        </p:nvSpPr>
        <p:spPr bwMode="auto">
          <a:xfrm>
            <a:off x="9105900" y="1974046"/>
            <a:ext cx="2672346" cy="457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s-419" altLang="es-419"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The "</a:t>
            </a:r>
            <a:r>
              <a:rPr kumimoji="0" lang="es-419" altLang="es-419" sz="14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Freeze-Thaw</a:t>
            </a:r>
            <a:r>
              <a:rPr kumimoji="0" lang="es-419" altLang="es-419"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corr</a:t>
            </a:r>
            <a:r>
              <a:rPr kumimoji="0" lang="es-419" altLang="es-419"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This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is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the</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"smoking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gun</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for</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potholes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Potholes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form</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when</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water</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enters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cracks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freezes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expands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then</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thaws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leaves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void</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Count</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how</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many</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days</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the</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temperature</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crossed</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419" altLang="es-419"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zero</a:t>
            </a:r>
            <a:r>
              <a:rPr kumimoji="0" lang="es-419" altLang="es-419"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(TMIN &lt; 0 and TMAX &gt; 0).</a:t>
            </a:r>
          </a:p>
          <a:p>
            <a:pPr marL="0" marR="0" lvl="0" indent="0" defTabSz="914400" rtl="0" eaLnBrk="0" fontAlgn="base" latinLnBrk="0" hangingPunct="0">
              <a:lnSpc>
                <a:spcPct val="100000"/>
              </a:lnSpc>
              <a:spcBef>
                <a:spcPct val="0"/>
              </a:spcBef>
              <a:spcAft>
                <a:spcPct val="0"/>
              </a:spcAft>
              <a:buClrTx/>
              <a:buSzTx/>
              <a:buFontTx/>
              <a:buNone/>
              <a:tabLst/>
            </a:pPr>
            <a:endParaRPr lang="es-419" altLang="es-419" sz="1400" dirty="0">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sz="1400" b="1" dirty="0">
                <a:latin typeface="Arial" panose="020B0604020202020204" pitchFamily="34" charset="0"/>
                <a:cs typeface="Arial" panose="020B0604020202020204" pitchFamily="34" charset="0"/>
              </a:rPr>
              <a:t>The Rain-on-Snow (ROS)</a:t>
            </a:r>
          </a:p>
          <a:p>
            <a:pPr marL="0" lvl="0" indent="0" algn="just" eaLnBrk="0" fontAlgn="base" hangingPunct="0">
              <a:lnSpc>
                <a:spcPct val="100000"/>
              </a:lnSpc>
              <a:spcBef>
                <a:spcPct val="0"/>
              </a:spcBef>
              <a:spcAft>
                <a:spcPct val="0"/>
              </a:spcAft>
              <a:buNone/>
            </a:pPr>
            <a:r>
              <a:rPr lang="en-US" sz="1400" dirty="0">
                <a:latin typeface="Arial" panose="020B0604020202020204" pitchFamily="34" charset="0"/>
                <a:cs typeface="Arial" panose="020B0604020202020204" pitchFamily="34" charset="0"/>
              </a:rPr>
              <a:t>This is a specific weather phenomenon that acts as a "perfect storm" for destroying roads and infrastructure. There is at least 5cm of snow on the ground, significant rainfall, and it is warm enough for the rain to stay liquid and melt the snow (SNWD &gt; 5, PRCP &gt; 5 and TMAX &gt; 0)</a:t>
            </a:r>
          </a:p>
        </p:txBody>
      </p:sp>
      <p:pic>
        <p:nvPicPr>
          <p:cNvPr id="5" name="Picture 4">
            <a:extLst>
              <a:ext uri="{FF2B5EF4-FFF2-40B4-BE49-F238E27FC236}">
                <a16:creationId xmlns:a16="http://schemas.microsoft.com/office/drawing/2014/main" id="{605090B8-168C-B16E-FCDF-153BB95A4155}"/>
              </a:ext>
            </a:extLst>
          </p:cNvPr>
          <p:cNvPicPr>
            <a:picLocks noChangeAspect="1"/>
          </p:cNvPicPr>
          <p:nvPr/>
        </p:nvPicPr>
        <p:blipFill>
          <a:blip r:embed="rId2"/>
          <a:stretch>
            <a:fillRect/>
          </a:stretch>
        </p:blipFill>
        <p:spPr>
          <a:xfrm>
            <a:off x="146923" y="1451828"/>
            <a:ext cx="8958977" cy="5092700"/>
          </a:xfrm>
          <a:prstGeom prst="rect">
            <a:avLst/>
          </a:prstGeom>
        </p:spPr>
      </p:pic>
    </p:spTree>
    <p:extLst>
      <p:ext uri="{BB962C8B-B14F-4D97-AF65-F5344CB8AC3E}">
        <p14:creationId xmlns:p14="http://schemas.microsoft.com/office/powerpoint/2010/main" val="3352556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F05E0A-4801-D8AB-EB8F-F72FC805EBD0}"/>
              </a:ext>
            </a:extLst>
          </p:cNvPr>
          <p:cNvSpPr>
            <a:spLocks noGrp="1"/>
          </p:cNvSpPr>
          <p:nvPr>
            <p:ph idx="1"/>
          </p:nvPr>
        </p:nvSpPr>
        <p:spPr>
          <a:xfrm>
            <a:off x="7343775" y="2701925"/>
            <a:ext cx="4508500" cy="2384425"/>
          </a:xfrm>
        </p:spPr>
        <p:txBody>
          <a:bodyPr>
            <a:normAutofit lnSpcReduction="10000"/>
          </a:bodyPr>
          <a:lstStyle/>
          <a:p>
            <a:pPr algn="just"/>
            <a:r>
              <a:rPr lang="en-US" sz="1800" dirty="0"/>
              <a:t>A correlation matrix is a table displaying correlation coefficients between multiple variables, measuring the strength and direction of linear relationships. </a:t>
            </a:r>
          </a:p>
          <a:p>
            <a:pPr algn="just"/>
            <a:r>
              <a:rPr lang="en-US" sz="1800" dirty="0"/>
              <a:t>Ranging from -1 to +1, it highlights, through color-coding or values, how pairs of variables move together, with on the diagonal, indicating perfect self-correlation</a:t>
            </a:r>
            <a:endParaRPr lang="es-419" sz="1800" dirty="0"/>
          </a:p>
        </p:txBody>
      </p:sp>
      <p:pic>
        <p:nvPicPr>
          <p:cNvPr id="4" name="Picture 3">
            <a:extLst>
              <a:ext uri="{FF2B5EF4-FFF2-40B4-BE49-F238E27FC236}">
                <a16:creationId xmlns:a16="http://schemas.microsoft.com/office/drawing/2014/main" id="{9C0531B4-C567-3CA1-E359-46019E3DB8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340" y="1388865"/>
            <a:ext cx="6927859" cy="5322017"/>
          </a:xfrm>
          <a:prstGeom prst="rect">
            <a:avLst/>
          </a:prstGeom>
        </p:spPr>
      </p:pic>
      <p:sp>
        <p:nvSpPr>
          <p:cNvPr id="5" name="Title 1">
            <a:extLst>
              <a:ext uri="{FF2B5EF4-FFF2-40B4-BE49-F238E27FC236}">
                <a16:creationId xmlns:a16="http://schemas.microsoft.com/office/drawing/2014/main" id="{FED444B1-E898-012B-E0EB-BD1FDCE4FBE4}"/>
              </a:ext>
            </a:extLst>
          </p:cNvPr>
          <p:cNvSpPr>
            <a:spLocks noGrp="1"/>
          </p:cNvSpPr>
          <p:nvPr>
            <p:ph type="title"/>
          </p:nvPr>
        </p:nvSpPr>
        <p:spPr>
          <a:xfrm>
            <a:off x="2479675" y="400050"/>
            <a:ext cx="7118350" cy="847725"/>
          </a:xfrm>
        </p:spPr>
        <p:txBody>
          <a:bodyPr>
            <a:normAutofit/>
          </a:bodyPr>
          <a:lstStyle/>
          <a:p>
            <a:pPr algn="ctr"/>
            <a:r>
              <a:rPr lang="es-419" sz="4000" dirty="0"/>
              <a:t>Pearson </a:t>
            </a:r>
            <a:r>
              <a:rPr lang="es-419" sz="4000" dirty="0" err="1"/>
              <a:t>Correlation</a:t>
            </a:r>
            <a:r>
              <a:rPr lang="es-419" sz="4000" dirty="0"/>
              <a:t> Matrix</a:t>
            </a:r>
          </a:p>
        </p:txBody>
      </p:sp>
    </p:spTree>
    <p:extLst>
      <p:ext uri="{BB962C8B-B14F-4D97-AF65-F5344CB8AC3E}">
        <p14:creationId xmlns:p14="http://schemas.microsoft.com/office/powerpoint/2010/main" val="271985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8C8D1-12A2-5FA6-EB7F-5EDCFF4EFD70}"/>
              </a:ext>
            </a:extLst>
          </p:cNvPr>
          <p:cNvSpPr>
            <a:spLocks noGrp="1"/>
          </p:cNvSpPr>
          <p:nvPr>
            <p:ph idx="1"/>
          </p:nvPr>
        </p:nvSpPr>
        <p:spPr>
          <a:xfrm>
            <a:off x="5822950" y="2074465"/>
            <a:ext cx="6172200" cy="3775869"/>
          </a:xfrm>
        </p:spPr>
        <p:txBody>
          <a:bodyPr>
            <a:noAutofit/>
          </a:bodyPr>
          <a:lstStyle/>
          <a:p>
            <a:pPr algn="just"/>
            <a:r>
              <a:rPr lang="en-US" sz="1200" dirty="0"/>
              <a:t>Forward Selection: Starts with zero features. It adds the one feature that improves the model the most, then the next, and so on, until a specified number of features is reached. SFS can operate in forward mode (start with an empty set and add features)</a:t>
            </a:r>
            <a:endParaRPr lang="es-419" sz="1200" dirty="0"/>
          </a:p>
          <a:p>
            <a:pPr algn="just"/>
            <a:r>
              <a:rPr lang="en-US" sz="1200" dirty="0"/>
              <a:t>"SFS" likely refers to </a:t>
            </a:r>
            <a:r>
              <a:rPr lang="en-US" sz="1200" b="1" dirty="0">
                <a:solidFill>
                  <a:srgbClr val="0A0A0A"/>
                </a:solidFill>
                <a:latin typeface="Google Sans"/>
              </a:rPr>
              <a:t>Sequential Forward Selection</a:t>
            </a:r>
            <a:r>
              <a:rPr lang="en-US" sz="1200" dirty="0">
                <a:solidFill>
                  <a:srgbClr val="0A0A0A"/>
                </a:solidFill>
                <a:latin typeface="Google Sans"/>
              </a:rPr>
              <a:t>, a feature selection method that can be used with a </a:t>
            </a:r>
            <a:r>
              <a:rPr lang="en-US" sz="1200" dirty="0" err="1">
                <a:solidFill>
                  <a:srgbClr val="0A0A0A"/>
                </a:solidFill>
                <a:latin typeface="Courier New" panose="02070309020205020404" pitchFamily="49" charset="0"/>
              </a:rPr>
              <a:t>LinearRegression</a:t>
            </a:r>
            <a:r>
              <a:rPr lang="en-US" sz="1200" dirty="0">
                <a:solidFill>
                  <a:srgbClr val="0A0A0A"/>
                </a:solidFill>
                <a:latin typeface="Google Sans"/>
              </a:rPr>
              <a:t> model to choose an optimal subset of features in Python. The </a:t>
            </a:r>
            <a:r>
              <a:rPr lang="en-US" sz="1200" dirty="0" err="1">
                <a:solidFill>
                  <a:srgbClr val="0A0A0A"/>
                </a:solidFill>
                <a:latin typeface="Courier New" panose="02070309020205020404" pitchFamily="49" charset="0"/>
              </a:rPr>
              <a:t>mlxtend</a:t>
            </a:r>
            <a:r>
              <a:rPr lang="en-US" sz="1200" dirty="0">
                <a:solidFill>
                  <a:srgbClr val="0A0A0A"/>
                </a:solidFill>
                <a:latin typeface="Google Sans"/>
              </a:rPr>
              <a:t> library provides a convenient way to implement this process.</a:t>
            </a:r>
            <a:br>
              <a:rPr lang="en-US" sz="1200" dirty="0">
                <a:solidFill>
                  <a:srgbClr val="0A0A0A"/>
                </a:solidFill>
                <a:latin typeface="Google Sans"/>
              </a:rPr>
            </a:br>
            <a:br>
              <a:rPr lang="en-US" sz="1200" dirty="0">
                <a:solidFill>
                  <a:srgbClr val="0A0A0A"/>
                </a:solidFill>
                <a:latin typeface="Google Sans"/>
              </a:rPr>
            </a:br>
            <a:r>
              <a:rPr lang="en-US" sz="1200" b="1" dirty="0"/>
              <a:t>Greedy Algorithm</a:t>
            </a:r>
            <a:r>
              <a:rPr lang="en-US" sz="1200" dirty="0"/>
              <a:t>: SFS is a greedy algorithm that iteratively adds the single feature which results in the best model performance at each step, based on a cross-validation score.</a:t>
            </a:r>
          </a:p>
          <a:p>
            <a:pPr algn="just"/>
            <a:r>
              <a:rPr lang="en-US" sz="1200" b="1" dirty="0"/>
              <a:t>No Feature Importance Required</a:t>
            </a:r>
            <a:r>
              <a:rPr lang="en-US" sz="1200" dirty="0"/>
              <a:t>: Unlike some other methods like Recursive Feature Elimination (RFE), SFS does not require the underlying model (like </a:t>
            </a:r>
            <a:r>
              <a:rPr lang="en-US" sz="1200" dirty="0" err="1"/>
              <a:t>LinearRegression</a:t>
            </a:r>
            <a:r>
              <a:rPr lang="en-US" sz="1200" dirty="0"/>
              <a:t>) to provide </a:t>
            </a:r>
            <a:r>
              <a:rPr lang="en-US" sz="1200" dirty="0" err="1"/>
              <a:t>coef</a:t>
            </a:r>
            <a:r>
              <a:rPr lang="en-US" sz="1200" dirty="0"/>
              <a:t>_ or </a:t>
            </a:r>
            <a:r>
              <a:rPr lang="en-US" sz="1200" dirty="0" err="1"/>
              <a:t>feature_importances</a:t>
            </a:r>
            <a:r>
              <a:rPr lang="en-US" sz="1200" dirty="0"/>
              <a:t>_ attributes.</a:t>
            </a:r>
          </a:p>
          <a:p>
            <a:pPr algn="just"/>
            <a:r>
              <a:rPr lang="en-US" sz="1200" b="1" dirty="0"/>
              <a:t>Model Agnostic</a:t>
            </a:r>
            <a:r>
              <a:rPr lang="en-US" sz="1200" dirty="0"/>
              <a:t>: It can be used with any machine learning model that provides a scoring function.</a:t>
            </a:r>
          </a:p>
          <a:p>
            <a:pPr algn="just"/>
            <a:r>
              <a:rPr lang="en-US" sz="1200" dirty="0"/>
              <a:t>SFS is a "wrapper" method. This means it evaluates different combinations of features by actually training a </a:t>
            </a:r>
            <a:r>
              <a:rPr lang="en-US" sz="1200" dirty="0" err="1"/>
              <a:t>LinearRegression</a:t>
            </a:r>
            <a:r>
              <a:rPr lang="en-US" sz="1200" dirty="0"/>
              <a:t> model on them and seeing how well they perform. </a:t>
            </a:r>
          </a:p>
        </p:txBody>
      </p:sp>
      <p:sp>
        <p:nvSpPr>
          <p:cNvPr id="4" name="Title 1">
            <a:extLst>
              <a:ext uri="{FF2B5EF4-FFF2-40B4-BE49-F238E27FC236}">
                <a16:creationId xmlns:a16="http://schemas.microsoft.com/office/drawing/2014/main" id="{C194E8DF-D3D5-EC99-8EAB-DAF7E6E27306}"/>
              </a:ext>
            </a:extLst>
          </p:cNvPr>
          <p:cNvSpPr>
            <a:spLocks noGrp="1"/>
          </p:cNvSpPr>
          <p:nvPr>
            <p:ph type="title"/>
          </p:nvPr>
        </p:nvSpPr>
        <p:spPr>
          <a:xfrm>
            <a:off x="2479675" y="400050"/>
            <a:ext cx="7118350" cy="847725"/>
          </a:xfrm>
        </p:spPr>
        <p:txBody>
          <a:bodyPr>
            <a:normAutofit/>
          </a:bodyPr>
          <a:lstStyle/>
          <a:p>
            <a:pPr algn="ctr"/>
            <a:r>
              <a:rPr lang="es-419" sz="4000" dirty="0"/>
              <a:t>Stepwise </a:t>
            </a:r>
            <a:r>
              <a:rPr lang="es-419" sz="4000" dirty="0" err="1"/>
              <a:t>Selection</a:t>
            </a:r>
            <a:endParaRPr lang="es-419" sz="4000" dirty="0"/>
          </a:p>
        </p:txBody>
      </p:sp>
      <p:pic>
        <p:nvPicPr>
          <p:cNvPr id="6" name="Picture 5">
            <a:extLst>
              <a:ext uri="{FF2B5EF4-FFF2-40B4-BE49-F238E27FC236}">
                <a16:creationId xmlns:a16="http://schemas.microsoft.com/office/drawing/2014/main" id="{23D2ABCF-AA05-341B-EEB4-CC09431C06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123" y="1882136"/>
            <a:ext cx="5266954" cy="4160528"/>
          </a:xfrm>
          <a:prstGeom prst="rect">
            <a:avLst/>
          </a:prstGeom>
        </p:spPr>
      </p:pic>
    </p:spTree>
    <p:extLst>
      <p:ext uri="{BB962C8B-B14F-4D97-AF65-F5344CB8AC3E}">
        <p14:creationId xmlns:p14="http://schemas.microsoft.com/office/powerpoint/2010/main" val="2739562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7DE797-89DC-DB74-2DD7-DD71D899A739}"/>
              </a:ext>
            </a:extLst>
          </p:cNvPr>
          <p:cNvSpPr txBox="1"/>
          <p:nvPr/>
        </p:nvSpPr>
        <p:spPr>
          <a:xfrm>
            <a:off x="6915150" y="1920421"/>
            <a:ext cx="4862286" cy="3323987"/>
          </a:xfrm>
          <a:prstGeom prst="rect">
            <a:avLst/>
          </a:prstGeom>
          <a:noFill/>
        </p:spPr>
        <p:txBody>
          <a:bodyPr wrap="square">
            <a:spAutoFit/>
          </a:bodyPr>
          <a:lstStyle/>
          <a:p>
            <a:pPr algn="just">
              <a:buNone/>
            </a:pPr>
            <a:r>
              <a:rPr lang="en-US" sz="1400" dirty="0"/>
              <a:t>While SFS is a "wrapper" method that tries different combinations, </a:t>
            </a:r>
            <a:r>
              <a:rPr lang="en-US" sz="1400" b="1" dirty="0"/>
              <a:t>Random Forest</a:t>
            </a:r>
            <a:r>
              <a:rPr lang="en-US" sz="1400" dirty="0"/>
              <a:t> has a built-in "embedded" feature ranking. It’s one of the most popular tools for feature selection because it handles non-linear relationships much better than a standard Linear Regression.</a:t>
            </a:r>
          </a:p>
          <a:p>
            <a:pPr algn="just">
              <a:buNone/>
            </a:pPr>
            <a:r>
              <a:rPr lang="en-US" sz="1400" b="1" dirty="0"/>
              <a:t>How it Works: "Mean Decrease in Impurity"</a:t>
            </a:r>
          </a:p>
          <a:p>
            <a:pPr algn="just">
              <a:buNone/>
            </a:pPr>
            <a:r>
              <a:rPr lang="en-US" sz="1400" dirty="0"/>
              <a:t>A Random Forest is made of hundreds of Decision Trees. Each time a tree splits a node based on a feature, it's trying to make the resulting groups "purer" (e.g., separating "Survived" from "Not Survived" in a Titanic dataset).</a:t>
            </a:r>
          </a:p>
          <a:p>
            <a:pPr algn="just">
              <a:buNone/>
            </a:pPr>
            <a:endParaRPr lang="en-US" sz="1400" dirty="0"/>
          </a:p>
          <a:p>
            <a:pPr algn="just">
              <a:buNone/>
            </a:pPr>
            <a:r>
              <a:rPr lang="en-US" sz="1400" b="1" dirty="0"/>
              <a:t>Feature Importance</a:t>
            </a:r>
            <a:r>
              <a:rPr lang="en-US" sz="1400" dirty="0"/>
              <a:t> is calculated by looking at:</a:t>
            </a:r>
          </a:p>
          <a:p>
            <a:pPr algn="just">
              <a:buFont typeface="+mj-lt"/>
              <a:buAutoNum type="arabicPeriod"/>
            </a:pPr>
            <a:r>
              <a:rPr lang="en-US" sz="1400" b="1" dirty="0"/>
              <a:t>Frequency:</a:t>
            </a:r>
            <a:r>
              <a:rPr lang="en-US" sz="1400" dirty="0"/>
              <a:t> How often a feature is used across all trees.</a:t>
            </a:r>
          </a:p>
          <a:p>
            <a:pPr algn="just">
              <a:buFont typeface="+mj-lt"/>
              <a:buAutoNum type="arabicPeriod"/>
            </a:pPr>
            <a:r>
              <a:rPr lang="en-US" sz="1400" b="1" dirty="0"/>
              <a:t>Impact:</a:t>
            </a:r>
            <a:r>
              <a:rPr lang="en-US" sz="1400" dirty="0"/>
              <a:t> How much the "Gini Impurity" or "Entropy" decreased every time that feature was used for a split.</a:t>
            </a:r>
          </a:p>
        </p:txBody>
      </p:sp>
      <p:pic>
        <p:nvPicPr>
          <p:cNvPr id="3" name="Picture 2">
            <a:extLst>
              <a:ext uri="{FF2B5EF4-FFF2-40B4-BE49-F238E27FC236}">
                <a16:creationId xmlns:a16="http://schemas.microsoft.com/office/drawing/2014/main" id="{4755BFA4-0379-5395-0D63-D2DE1D124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3" y="1510276"/>
            <a:ext cx="6256028" cy="4352997"/>
          </a:xfrm>
          <a:prstGeom prst="rect">
            <a:avLst/>
          </a:prstGeom>
        </p:spPr>
      </p:pic>
      <p:sp>
        <p:nvSpPr>
          <p:cNvPr id="4" name="Title 1">
            <a:extLst>
              <a:ext uri="{FF2B5EF4-FFF2-40B4-BE49-F238E27FC236}">
                <a16:creationId xmlns:a16="http://schemas.microsoft.com/office/drawing/2014/main" id="{E225CBFC-D582-8A1E-BA1E-595FAB126DF4}"/>
              </a:ext>
            </a:extLst>
          </p:cNvPr>
          <p:cNvSpPr>
            <a:spLocks noGrp="1"/>
          </p:cNvSpPr>
          <p:nvPr>
            <p:ph type="title"/>
          </p:nvPr>
        </p:nvSpPr>
        <p:spPr>
          <a:xfrm>
            <a:off x="2479675" y="400050"/>
            <a:ext cx="7118350" cy="847725"/>
          </a:xfrm>
        </p:spPr>
        <p:txBody>
          <a:bodyPr>
            <a:normAutofit fontScale="90000"/>
          </a:bodyPr>
          <a:lstStyle/>
          <a:p>
            <a:pPr algn="ctr"/>
            <a:r>
              <a:rPr lang="es-419" sz="4000" dirty="0" err="1"/>
              <a:t>Feature</a:t>
            </a:r>
            <a:r>
              <a:rPr lang="es-419" sz="4000" dirty="0"/>
              <a:t> </a:t>
            </a:r>
            <a:r>
              <a:rPr lang="es-419" sz="4000" dirty="0" err="1"/>
              <a:t>Importance</a:t>
            </a:r>
            <a:r>
              <a:rPr lang="es-419" sz="4000" dirty="0"/>
              <a:t> (Random </a:t>
            </a:r>
            <a:r>
              <a:rPr lang="es-419" sz="4000" dirty="0" err="1"/>
              <a:t>Fores</a:t>
            </a:r>
            <a:r>
              <a:rPr lang="en-US" sz="4000" dirty="0"/>
              <a:t>t)</a:t>
            </a:r>
            <a:endParaRPr lang="es-419" sz="4000" dirty="0"/>
          </a:p>
        </p:txBody>
      </p:sp>
    </p:spTree>
    <p:extLst>
      <p:ext uri="{BB962C8B-B14F-4D97-AF65-F5344CB8AC3E}">
        <p14:creationId xmlns:p14="http://schemas.microsoft.com/office/powerpoint/2010/main" val="352301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3B7AD9-2014-C668-D71E-CC4D5EEB1D17}"/>
              </a:ext>
            </a:extLst>
          </p:cNvPr>
          <p:cNvPicPr>
            <a:picLocks noChangeAspect="1"/>
          </p:cNvPicPr>
          <p:nvPr/>
        </p:nvPicPr>
        <p:blipFill>
          <a:blip r:embed="rId2"/>
          <a:srcRect l="7130" t="7294" r="9223" b="1411"/>
          <a:stretch>
            <a:fillRect/>
          </a:stretch>
        </p:blipFill>
        <p:spPr>
          <a:xfrm>
            <a:off x="306929" y="1421203"/>
            <a:ext cx="7158097" cy="4687497"/>
          </a:xfrm>
          <a:prstGeom prst="rect">
            <a:avLst/>
          </a:prstGeom>
        </p:spPr>
      </p:pic>
      <p:sp>
        <p:nvSpPr>
          <p:cNvPr id="3" name="TextBox 2">
            <a:extLst>
              <a:ext uri="{FF2B5EF4-FFF2-40B4-BE49-F238E27FC236}">
                <a16:creationId xmlns:a16="http://schemas.microsoft.com/office/drawing/2014/main" id="{D08DD55C-B2A4-3E59-E410-43138165FBA9}"/>
              </a:ext>
            </a:extLst>
          </p:cNvPr>
          <p:cNvSpPr txBox="1"/>
          <p:nvPr/>
        </p:nvSpPr>
        <p:spPr>
          <a:xfrm>
            <a:off x="7600762" y="2466355"/>
            <a:ext cx="4284309" cy="2554545"/>
          </a:xfrm>
          <a:prstGeom prst="rect">
            <a:avLst/>
          </a:prstGeom>
          <a:noFill/>
        </p:spPr>
        <p:txBody>
          <a:bodyPr wrap="square">
            <a:spAutoFit/>
          </a:bodyPr>
          <a:lstStyle/>
          <a:p>
            <a:pPr algn="just"/>
            <a:r>
              <a:rPr lang="en-US" sz="1600" b="0" i="0" dirty="0">
                <a:solidFill>
                  <a:srgbClr val="161616"/>
                </a:solidFill>
                <a:effectLst/>
                <a:latin typeface="IBM Plex Sans" panose="020B0503050203000203" pitchFamily="34" charset="0"/>
              </a:rPr>
              <a:t>A Gaussian mixture model (GMM) is a probabilistic model that represents data as a </a:t>
            </a:r>
            <a:r>
              <a:rPr lang="en-US" sz="1600" b="1" i="0" dirty="0">
                <a:solidFill>
                  <a:srgbClr val="161616"/>
                </a:solidFill>
                <a:effectLst/>
                <a:latin typeface="IBM Plex Sans" panose="020B0503050203000203" pitchFamily="34" charset="0"/>
              </a:rPr>
              <a:t>combination of several Gaussian distributions</a:t>
            </a:r>
            <a:r>
              <a:rPr lang="en-US" sz="1600" b="0" i="0" dirty="0">
                <a:solidFill>
                  <a:srgbClr val="161616"/>
                </a:solidFill>
                <a:effectLst/>
                <a:latin typeface="IBM Plex Sans" panose="020B0503050203000203" pitchFamily="34" charset="0"/>
              </a:rPr>
              <a:t>, each with its own mean and variance, weighted by a mixing coefficient. GMMs are commonly used for clustering and density estimation, since they can </a:t>
            </a:r>
            <a:r>
              <a:rPr lang="en-US" sz="1600" b="1" i="0" dirty="0">
                <a:solidFill>
                  <a:srgbClr val="161616"/>
                </a:solidFill>
                <a:effectLst/>
                <a:latin typeface="IBM Plex Sans" panose="020B0503050203000203" pitchFamily="34" charset="0"/>
              </a:rPr>
              <a:t>capture complex, multimodal distributions where data points may naturally group </a:t>
            </a:r>
            <a:r>
              <a:rPr lang="en-US" sz="1600" b="0" i="0" dirty="0">
                <a:solidFill>
                  <a:srgbClr val="161616"/>
                </a:solidFill>
                <a:effectLst/>
                <a:latin typeface="IBM Plex Sans" panose="020B0503050203000203" pitchFamily="34" charset="0"/>
              </a:rPr>
              <a:t>around different centers rather than a single mean.</a:t>
            </a:r>
            <a:endParaRPr lang="es-419" sz="1600" dirty="0"/>
          </a:p>
        </p:txBody>
      </p:sp>
      <p:sp>
        <p:nvSpPr>
          <p:cNvPr id="2" name="Title 1">
            <a:extLst>
              <a:ext uri="{FF2B5EF4-FFF2-40B4-BE49-F238E27FC236}">
                <a16:creationId xmlns:a16="http://schemas.microsoft.com/office/drawing/2014/main" id="{3CE11A37-FDEF-9EAB-28A4-18574190D3B3}"/>
              </a:ext>
            </a:extLst>
          </p:cNvPr>
          <p:cNvSpPr>
            <a:spLocks noGrp="1"/>
          </p:cNvSpPr>
          <p:nvPr>
            <p:ph type="title"/>
          </p:nvPr>
        </p:nvSpPr>
        <p:spPr>
          <a:xfrm>
            <a:off x="2155824" y="400050"/>
            <a:ext cx="8683625" cy="847725"/>
          </a:xfrm>
        </p:spPr>
        <p:txBody>
          <a:bodyPr>
            <a:normAutofit fontScale="90000"/>
          </a:bodyPr>
          <a:lstStyle/>
          <a:p>
            <a:pPr algn="ctr"/>
            <a:r>
              <a:rPr lang="en-US" sz="4000" dirty="0"/>
              <a:t>Model: Bayesian Gaussian Mixture Regression</a:t>
            </a:r>
            <a:endParaRPr lang="es-419" sz="4000" dirty="0"/>
          </a:p>
        </p:txBody>
      </p:sp>
    </p:spTree>
    <p:extLst>
      <p:ext uri="{BB962C8B-B14F-4D97-AF65-F5344CB8AC3E}">
        <p14:creationId xmlns:p14="http://schemas.microsoft.com/office/powerpoint/2010/main" val="1393559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02B359-3AE7-F85C-E726-8F69CBB19C32}"/>
              </a:ext>
            </a:extLst>
          </p:cNvPr>
          <p:cNvSpPr>
            <a:spLocks noGrp="1"/>
          </p:cNvSpPr>
          <p:nvPr>
            <p:ph idx="1"/>
          </p:nvPr>
        </p:nvSpPr>
        <p:spPr>
          <a:xfrm>
            <a:off x="6858002" y="1756151"/>
            <a:ext cx="4864098" cy="4351338"/>
          </a:xfrm>
        </p:spPr>
        <p:txBody>
          <a:bodyPr>
            <a:normAutofit fontScale="47500" lnSpcReduction="20000"/>
          </a:bodyPr>
          <a:lstStyle/>
          <a:p>
            <a:pPr algn="just"/>
            <a:r>
              <a:rPr lang="en-US" dirty="0"/>
              <a:t>To begin with the last part of the project, which is to predict Distinct Intersection-Day Occurrences or Daily Occurrence Day, we use the Bayesian Gaussian Mixture Regression model. To predict how many occurrence we'll face in January 2026—and then validate the predictions that against to the real cases—Now, that sounds like a mouthful, but essentially, it’s a statistical tool that helps us categorize the risk into three specific levels: </a:t>
            </a:r>
            <a:r>
              <a:rPr lang="en-US" b="1" dirty="0"/>
              <a:t>moderate high, severe, or critical.</a:t>
            </a:r>
            <a:endParaRPr lang="es-419" dirty="0"/>
          </a:p>
          <a:p>
            <a:pPr algn="just"/>
            <a:r>
              <a:rPr lang="en-US" dirty="0"/>
              <a:t>Think of this model as a 'cluster finder.' It assumes our data is made up of hidden groups, each following its own bell curve. The process is simple: First, the model looks at our variables and groups them into 'clouds' or clusters.</a:t>
            </a:r>
            <a:endParaRPr lang="es-419" dirty="0"/>
          </a:p>
          <a:p>
            <a:pPr algn="just"/>
            <a:r>
              <a:rPr lang="en-US" dirty="0"/>
              <a:t>Next, it performs a bit of 'self-pruning.' Since it's a Bayesian model, it automatically decides which clusters are useful and ignores the noise. Finally, when we feed it new data, the model asks: </a:t>
            </a:r>
            <a:r>
              <a:rPr lang="en-US" i="1" dirty="0"/>
              <a:t>'Which group does this most likely belong to?'</a:t>
            </a:r>
            <a:r>
              <a:rPr lang="en-US" dirty="0"/>
              <a:t> Once it identifies the group, it uses the specific math of that cluster to predict our result.</a:t>
            </a:r>
            <a:endParaRPr lang="es-419" dirty="0"/>
          </a:p>
          <a:p>
            <a:pPr algn="just"/>
            <a:r>
              <a:rPr lang="en-US" dirty="0"/>
              <a:t>In the world of statistics, we call these groups </a:t>
            </a:r>
            <a:r>
              <a:rPr lang="en-US" b="1" dirty="0"/>
              <a:t>'Regimes.'</a:t>
            </a:r>
            <a:r>
              <a:rPr lang="en-US" dirty="0"/>
              <a:t> It’s just a fancy way of saying a 'state' that follows its own unique rules.</a:t>
            </a:r>
            <a:endParaRPr lang="es-419" dirty="0"/>
          </a:p>
          <a:p>
            <a:pPr algn="just"/>
            <a:r>
              <a:rPr lang="en-US" dirty="0"/>
              <a:t>Imagine a light switch with three settings: dim, bright, and strobe. The 'rules' for how much electricity is being used change depending on which </a:t>
            </a:r>
            <a:r>
              <a:rPr lang="en-US" b="1" dirty="0"/>
              <a:t>regime</a:t>
            </a:r>
            <a:r>
              <a:rPr lang="en-US" dirty="0"/>
              <a:t>—or setting—the switch is in. That’s exactly how our model looks at the road: it identifies the 'setting' of the environment to give us the most accurate prediction possible."</a:t>
            </a:r>
            <a:endParaRPr lang="es-419" dirty="0"/>
          </a:p>
          <a:p>
            <a:pPr algn="just"/>
            <a:endParaRPr lang="es-419" dirty="0"/>
          </a:p>
        </p:txBody>
      </p:sp>
      <p:pic>
        <p:nvPicPr>
          <p:cNvPr id="5" name="Picture 4">
            <a:extLst>
              <a:ext uri="{FF2B5EF4-FFF2-40B4-BE49-F238E27FC236}">
                <a16:creationId xmlns:a16="http://schemas.microsoft.com/office/drawing/2014/main" id="{ECAF39BF-EA4A-1FD9-FE71-4329E2F0F1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844" y="1137402"/>
            <a:ext cx="5662156" cy="2904749"/>
          </a:xfrm>
          <a:prstGeom prst="rect">
            <a:avLst/>
          </a:prstGeom>
        </p:spPr>
      </p:pic>
      <p:pic>
        <p:nvPicPr>
          <p:cNvPr id="7" name="Picture 6">
            <a:extLst>
              <a:ext uri="{FF2B5EF4-FFF2-40B4-BE49-F238E27FC236}">
                <a16:creationId xmlns:a16="http://schemas.microsoft.com/office/drawing/2014/main" id="{7010EA37-8699-DF41-64D7-80420AB447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741" y="4042151"/>
            <a:ext cx="4292609" cy="2700507"/>
          </a:xfrm>
          <a:prstGeom prst="rect">
            <a:avLst/>
          </a:prstGeom>
        </p:spPr>
      </p:pic>
      <p:sp>
        <p:nvSpPr>
          <p:cNvPr id="8" name="Title 1">
            <a:extLst>
              <a:ext uri="{FF2B5EF4-FFF2-40B4-BE49-F238E27FC236}">
                <a16:creationId xmlns:a16="http://schemas.microsoft.com/office/drawing/2014/main" id="{8F2B9FB3-1C29-FB6D-882C-2F1E699FC327}"/>
              </a:ext>
            </a:extLst>
          </p:cNvPr>
          <p:cNvSpPr>
            <a:spLocks noGrp="1"/>
          </p:cNvSpPr>
          <p:nvPr>
            <p:ph type="title"/>
          </p:nvPr>
        </p:nvSpPr>
        <p:spPr>
          <a:xfrm>
            <a:off x="2155824" y="400050"/>
            <a:ext cx="8683625" cy="847725"/>
          </a:xfrm>
        </p:spPr>
        <p:txBody>
          <a:bodyPr>
            <a:normAutofit/>
          </a:bodyPr>
          <a:lstStyle/>
          <a:p>
            <a:pPr algn="ctr"/>
            <a:r>
              <a:rPr lang="en-US" sz="4000" dirty="0"/>
              <a:t>Model: Regimes</a:t>
            </a:r>
            <a:endParaRPr lang="es-419" sz="4000" dirty="0"/>
          </a:p>
        </p:txBody>
      </p:sp>
    </p:spTree>
    <p:extLst>
      <p:ext uri="{BB962C8B-B14F-4D97-AF65-F5344CB8AC3E}">
        <p14:creationId xmlns:p14="http://schemas.microsoft.com/office/powerpoint/2010/main" val="4191801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7785AF1-541C-701E-AAA0-E5C49AC4C275}"/>
              </a:ext>
            </a:extLst>
          </p:cNvPr>
          <p:cNvSpPr>
            <a:spLocks noGrp="1"/>
          </p:cNvSpPr>
          <p:nvPr>
            <p:ph type="title"/>
          </p:nvPr>
        </p:nvSpPr>
        <p:spPr>
          <a:xfrm>
            <a:off x="2479675" y="357715"/>
            <a:ext cx="7118350" cy="847725"/>
          </a:xfrm>
        </p:spPr>
        <p:txBody>
          <a:bodyPr>
            <a:normAutofit/>
          </a:bodyPr>
          <a:lstStyle/>
          <a:p>
            <a:pPr algn="ctr"/>
            <a:r>
              <a:rPr lang="es-419" sz="4000" dirty="0" err="1"/>
              <a:t>Forecast</a:t>
            </a:r>
            <a:r>
              <a:rPr lang="es-419" sz="4000" dirty="0"/>
              <a:t> </a:t>
            </a:r>
            <a:r>
              <a:rPr lang="es-419" sz="4000" dirty="0" err="1"/>
              <a:t>Analysis</a:t>
            </a:r>
            <a:endParaRPr lang="es-419" sz="4000" dirty="0"/>
          </a:p>
        </p:txBody>
      </p:sp>
      <p:pic>
        <p:nvPicPr>
          <p:cNvPr id="3" name="Picture 2">
            <a:extLst>
              <a:ext uri="{FF2B5EF4-FFF2-40B4-BE49-F238E27FC236}">
                <a16:creationId xmlns:a16="http://schemas.microsoft.com/office/drawing/2014/main" id="{03EE1032-1780-9166-9372-F2EB9C7B414A}"/>
              </a:ext>
            </a:extLst>
          </p:cNvPr>
          <p:cNvPicPr>
            <a:picLocks noChangeAspect="1"/>
          </p:cNvPicPr>
          <p:nvPr/>
        </p:nvPicPr>
        <p:blipFill>
          <a:blip r:embed="rId2"/>
          <a:stretch>
            <a:fillRect/>
          </a:stretch>
        </p:blipFill>
        <p:spPr>
          <a:xfrm>
            <a:off x="939800" y="1163107"/>
            <a:ext cx="10439400" cy="5163974"/>
          </a:xfrm>
          <a:prstGeom prst="rect">
            <a:avLst/>
          </a:prstGeom>
        </p:spPr>
      </p:pic>
    </p:spTree>
    <p:extLst>
      <p:ext uri="{BB962C8B-B14F-4D97-AF65-F5344CB8AC3E}">
        <p14:creationId xmlns:p14="http://schemas.microsoft.com/office/powerpoint/2010/main" val="3460125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416A3A-718A-51B8-DA98-43A215AC7D73}"/>
              </a:ext>
            </a:extLst>
          </p:cNvPr>
          <p:cNvPicPr>
            <a:picLocks noChangeAspect="1"/>
          </p:cNvPicPr>
          <p:nvPr/>
        </p:nvPicPr>
        <p:blipFill>
          <a:blip r:embed="rId2"/>
          <a:stretch>
            <a:fillRect/>
          </a:stretch>
        </p:blipFill>
        <p:spPr>
          <a:xfrm>
            <a:off x="710595" y="1205440"/>
            <a:ext cx="10770809" cy="5350907"/>
          </a:xfrm>
          <a:prstGeom prst="rect">
            <a:avLst/>
          </a:prstGeom>
        </p:spPr>
      </p:pic>
      <p:sp>
        <p:nvSpPr>
          <p:cNvPr id="6" name="Title 1">
            <a:extLst>
              <a:ext uri="{FF2B5EF4-FFF2-40B4-BE49-F238E27FC236}">
                <a16:creationId xmlns:a16="http://schemas.microsoft.com/office/drawing/2014/main" id="{1A651416-48A9-785A-5698-5FA6A41B90C0}"/>
              </a:ext>
            </a:extLst>
          </p:cNvPr>
          <p:cNvSpPr>
            <a:spLocks noGrp="1"/>
          </p:cNvSpPr>
          <p:nvPr>
            <p:ph type="title"/>
          </p:nvPr>
        </p:nvSpPr>
        <p:spPr>
          <a:xfrm>
            <a:off x="2479675" y="357715"/>
            <a:ext cx="7118350" cy="847725"/>
          </a:xfrm>
        </p:spPr>
        <p:txBody>
          <a:bodyPr>
            <a:normAutofit/>
          </a:bodyPr>
          <a:lstStyle/>
          <a:p>
            <a:pPr algn="ctr"/>
            <a:r>
              <a:rPr lang="es-419" sz="4000" dirty="0" err="1"/>
              <a:t>Forecast</a:t>
            </a:r>
            <a:r>
              <a:rPr lang="es-419" sz="4000" dirty="0"/>
              <a:t> </a:t>
            </a:r>
            <a:r>
              <a:rPr lang="es-419" sz="4000" dirty="0" err="1"/>
              <a:t>Analysis</a:t>
            </a:r>
            <a:endParaRPr lang="es-419" sz="4000" dirty="0"/>
          </a:p>
        </p:txBody>
      </p:sp>
    </p:spTree>
    <p:extLst>
      <p:ext uri="{BB962C8B-B14F-4D97-AF65-F5344CB8AC3E}">
        <p14:creationId xmlns:p14="http://schemas.microsoft.com/office/powerpoint/2010/main" val="484537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34110-CEED-F2CC-D9A6-1F078CA12C6E}"/>
              </a:ext>
            </a:extLst>
          </p:cNvPr>
          <p:cNvSpPr>
            <a:spLocks noGrp="1"/>
          </p:cNvSpPr>
          <p:nvPr>
            <p:ph type="title"/>
          </p:nvPr>
        </p:nvSpPr>
        <p:spPr>
          <a:xfrm>
            <a:off x="838200" y="609600"/>
            <a:ext cx="3740150" cy="685800"/>
          </a:xfrm>
        </p:spPr>
        <p:txBody>
          <a:bodyPr>
            <a:normAutofit fontScale="90000"/>
          </a:bodyPr>
          <a:lstStyle/>
          <a:p>
            <a:r>
              <a:rPr lang="en-US" dirty="0" err="1"/>
              <a:t>Conclussions</a:t>
            </a:r>
            <a:endParaRPr lang="es-419" dirty="0"/>
          </a:p>
        </p:txBody>
      </p:sp>
      <p:sp>
        <p:nvSpPr>
          <p:cNvPr id="3" name="Content Placeholder 2">
            <a:extLst>
              <a:ext uri="{FF2B5EF4-FFF2-40B4-BE49-F238E27FC236}">
                <a16:creationId xmlns:a16="http://schemas.microsoft.com/office/drawing/2014/main" id="{EC613F2D-43A6-0B00-C664-2387F8C9787B}"/>
              </a:ext>
            </a:extLst>
          </p:cNvPr>
          <p:cNvSpPr>
            <a:spLocks noGrp="1"/>
          </p:cNvSpPr>
          <p:nvPr>
            <p:ph idx="1"/>
          </p:nvPr>
        </p:nvSpPr>
        <p:spPr>
          <a:xfrm>
            <a:off x="550333" y="1495425"/>
            <a:ext cx="11116734" cy="4507023"/>
          </a:xfrm>
        </p:spPr>
        <p:txBody>
          <a:bodyPr>
            <a:noAutofit/>
          </a:bodyPr>
          <a:lstStyle/>
          <a:p>
            <a:pPr algn="just"/>
            <a:r>
              <a:rPr lang="en-US" sz="1900" dirty="0"/>
              <a:t>This study shows that temperature is not the sole driver of road failure. By using feature importance, we proved that Atmospheric Pressure (PRES) and Relative Humidity (RHUM) are critical "silent killers." When high humidity saturates the road base and pressure drops during a storm front, the asphalt loses its structural integrity. This proves that a multidimensional weather model is far more accurate than simply tracking the thermometer.</a:t>
            </a:r>
          </a:p>
          <a:p>
            <a:pPr algn="just"/>
            <a:r>
              <a:rPr lang="en-US" sz="1900" dirty="0"/>
              <a:t>By implementing Bayesian Gaussian Mixture Regression (BGMR), this project successfully shifted the perspective from "counting past holes" to "predicting future risks." The model identified that 70% of the study area reached a Moderate-High risk state (score of 2.37) in January 2026. This allows city officials to move away from 311 complaint-based repairs—which are biased by caller volume—and toward a Probabilistic Risk Assessment that targets physical road fatigue before it becomes a hazard.</a:t>
            </a:r>
          </a:p>
          <a:p>
            <a:pPr algn="just"/>
            <a:r>
              <a:rPr lang="en-US" sz="1900" dirty="0"/>
              <a:t>The success of this 2026 forecast relied heavily on the </a:t>
            </a:r>
            <a:r>
              <a:rPr lang="en-US" sz="1900" b="1" dirty="0"/>
              <a:t>Normalization of Intersection-Day Occurrences</a:t>
            </a:r>
            <a:r>
              <a:rPr lang="en-US" sz="1900" dirty="0"/>
              <a:t>. By spending three months manually geocoding thousands of intersections and filtering out duplicate reports, we created a high-fidelity "Ground Truth" dataset. This process demonstrated that is essential to correct GPS drift and reporting bias manually, ensuring that </a:t>
            </a:r>
            <a:r>
              <a:rPr lang="en-US" sz="1900" b="1" dirty="0"/>
              <a:t>20% of "Critical" zones</a:t>
            </a:r>
            <a:r>
              <a:rPr lang="en-US" sz="1900" dirty="0"/>
              <a:t> are accurately identified for immediate repair.</a:t>
            </a:r>
          </a:p>
        </p:txBody>
      </p:sp>
    </p:spTree>
    <p:extLst>
      <p:ext uri="{BB962C8B-B14F-4D97-AF65-F5344CB8AC3E}">
        <p14:creationId xmlns:p14="http://schemas.microsoft.com/office/powerpoint/2010/main" val="3180693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696</TotalTime>
  <Words>1400</Words>
  <Application>Microsoft Office PowerPoint</Application>
  <PresentationFormat>Widescreen</PresentationFormat>
  <Paragraphs>49</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Courier New</vt:lpstr>
      <vt:lpstr>Google Sans</vt:lpstr>
      <vt:lpstr>IBM Plex Sans</vt:lpstr>
      <vt:lpstr>Office Theme</vt:lpstr>
      <vt:lpstr>A Multidimensional Bayesian Approach to Pothole Occurrence in Toronto (2025–2026)</vt:lpstr>
      <vt:lpstr>PowerPoint Presentation</vt:lpstr>
      <vt:lpstr>Descriptive Analysis</vt:lpstr>
      <vt:lpstr>Freeze-Thaw Correlation &amp; Precipitation &amp; Snow Depth Impact</vt:lpstr>
      <vt:lpstr>Pearson Correlation Matrix</vt:lpstr>
      <vt:lpstr>Stepwise Selection</vt:lpstr>
      <vt:lpstr>Feature Importance (Random Forest)</vt:lpstr>
      <vt:lpstr>Model: Bayesian Gaussian Mixture Regression</vt:lpstr>
      <vt:lpstr>Model: Regimes</vt:lpstr>
      <vt:lpstr>Forecast Analysis</vt:lpstr>
      <vt:lpstr>Forecast Analysis</vt:lpstr>
      <vt:lpstr>Conclussions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 fernando mantilla saltos</dc:creator>
  <cp:lastModifiedBy>gabriel fernando mantilla saltos</cp:lastModifiedBy>
  <cp:revision>2</cp:revision>
  <dcterms:created xsi:type="dcterms:W3CDTF">2026-03-03T00:31:29Z</dcterms:created>
  <dcterms:modified xsi:type="dcterms:W3CDTF">2026-03-20T03:48:18Z</dcterms:modified>
</cp:coreProperties>
</file>